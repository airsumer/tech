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1842" r:id="rId3"/>
    <p:sldId id="1843" r:id="rId4"/>
    <p:sldId id="1849" r:id="rId5"/>
    <p:sldId id="1852" r:id="rId6"/>
    <p:sldId id="1861" r:id="rId7"/>
    <p:sldId id="1862" r:id="rId8"/>
    <p:sldId id="1863" r:id="rId9"/>
    <p:sldId id="1854" r:id="rId10"/>
    <p:sldId id="1855" r:id="rId11"/>
    <p:sldId id="1856" r:id="rId12"/>
    <p:sldId id="1857" r:id="rId13"/>
    <p:sldId id="1858" r:id="rId14"/>
    <p:sldId id="1859" r:id="rId15"/>
    <p:sldId id="1860" r:id="rId16"/>
    <p:sldId id="1872" r:id="rId17"/>
    <p:sldId id="1873" r:id="rId18"/>
    <p:sldId id="1874" r:id="rId19"/>
    <p:sldId id="1875" r:id="rId20"/>
    <p:sldId id="1876" r:id="rId21"/>
    <p:sldId id="1877" r:id="rId22"/>
    <p:sldId id="1878" r:id="rId23"/>
    <p:sldId id="1879" r:id="rId24"/>
    <p:sldId id="1880" r:id="rId25"/>
    <p:sldId id="1881" r:id="rId26"/>
    <p:sldId id="1882" r:id="rId27"/>
    <p:sldId id="1883" r:id="rId28"/>
    <p:sldId id="1887" r:id="rId29"/>
    <p:sldId id="1884" r:id="rId30"/>
    <p:sldId id="1886" r:id="rId31"/>
    <p:sldId id="1888" r:id="rId32"/>
    <p:sldId id="1885" r:id="rId33"/>
    <p:sldId id="1889" r:id="rId34"/>
    <p:sldId id="1894" r:id="rId35"/>
    <p:sldId id="1892" r:id="rId3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14" d="100"/>
          <a:sy n="114" d="100"/>
        </p:scale>
        <p:origin x="1958" y="91"/>
      </p:cViewPr>
      <p:guideLst>
        <p:guide orient="horz" pos="210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335" y="600075"/>
            <a:ext cx="940943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" y="600075"/>
            <a:ext cx="856361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6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615" y="600075"/>
            <a:ext cx="930275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01049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" y="600075"/>
            <a:ext cx="917257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01049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" y="600075"/>
            <a:ext cx="91033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01049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5910" y="600075"/>
            <a:ext cx="974344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8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2235" y="600075"/>
            <a:ext cx="924052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8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640" y="600075"/>
            <a:ext cx="964184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260" y="600075"/>
            <a:ext cx="930338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" y="600075"/>
            <a:ext cx="912622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615" y="600075"/>
            <a:ext cx="90398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985" y="600075"/>
            <a:ext cx="9550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3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4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" y="-527685"/>
            <a:ext cx="838581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5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6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6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7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7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7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8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80" y="600075"/>
            <a:ext cx="914844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9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0490" y="600075"/>
            <a:ext cx="943419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659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2235" y="600075"/>
            <a:ext cx="9326245" cy="5657215"/>
          </a:xfrm>
          <a:prstGeom prst="rect">
            <a:avLst/>
          </a:prstGeom>
        </p:spPr>
      </p:pic>
      <p:pic>
        <p:nvPicPr>
          <p:cNvPr id="3" name="图片 2" descr="微信图片_20200511170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1265" y="284480"/>
            <a:ext cx="11606530" cy="62896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0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01090" y="441325"/>
            <a:ext cx="11345545" cy="60293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0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42010" y="600075"/>
            <a:ext cx="1086739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0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8110" y="600075"/>
            <a:ext cx="906399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03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" y="600075"/>
            <a:ext cx="890079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1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" y="151130"/>
            <a:ext cx="8583930" cy="64179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111705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1350" y="-25400"/>
            <a:ext cx="10550525" cy="6419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0</Words>
  <Application>WPS 演示</Application>
  <PresentationFormat>全屏显示(4:3)</PresentationFormat>
  <Paragraphs>0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Arial Unicode MS</vt:lpstr>
      <vt:lpstr>古瓶荷花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Guest</cp:lastModifiedBy>
  <cp:revision>279</cp:revision>
  <dcterms:created xsi:type="dcterms:W3CDTF">2010-03-02T01:46:00Z</dcterms:created>
  <dcterms:modified xsi:type="dcterms:W3CDTF">2020-05-11T09:29:20Z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