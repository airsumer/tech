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634" r:id="rId4"/>
    <p:sldId id="325" r:id="rId6"/>
    <p:sldId id="327" r:id="rId7"/>
    <p:sldId id="403" r:id="rId8"/>
    <p:sldId id="844" r:id="rId9"/>
    <p:sldId id="418" r:id="rId10"/>
    <p:sldId id="404" r:id="rId11"/>
    <p:sldId id="405" r:id="rId12"/>
    <p:sldId id="406" r:id="rId13"/>
    <p:sldId id="408" r:id="rId14"/>
    <p:sldId id="409" r:id="rId15"/>
    <p:sldId id="845" r:id="rId16"/>
    <p:sldId id="842" r:id="rId17"/>
    <p:sldId id="843" r:id="rId18"/>
    <p:sldId id="425" r:id="rId19"/>
    <p:sldId id="502" r:id="rId20"/>
    <p:sldId id="899" r:id="rId21"/>
    <p:sldId id="900" r:id="rId22"/>
    <p:sldId id="901" r:id="rId23"/>
    <p:sldId id="902" r:id="rId24"/>
    <p:sldId id="903" r:id="rId25"/>
    <p:sldId id="904" r:id="rId26"/>
    <p:sldId id="905" r:id="rId27"/>
    <p:sldId id="906" r:id="rId28"/>
    <p:sldId id="907" r:id="rId29"/>
    <p:sldId id="908" r:id="rId30"/>
    <p:sldId id="909" r:id="rId31"/>
    <p:sldId id="910" r:id="rId32"/>
    <p:sldId id="911" r:id="rId33"/>
    <p:sldId id="912" r:id="rId34"/>
    <p:sldId id="913" r:id="rId35"/>
    <p:sldId id="914" r:id="rId36"/>
    <p:sldId id="915" r:id="rId37"/>
    <p:sldId id="916" r:id="rId38"/>
    <p:sldId id="917" r:id="rId39"/>
    <p:sldId id="918" r:id="rId40"/>
    <p:sldId id="919" r:id="rId41"/>
    <p:sldId id="920" r:id="rId42"/>
    <p:sldId id="921" r:id="rId43"/>
    <p:sldId id="922" r:id="rId44"/>
    <p:sldId id="923" r:id="rId45"/>
    <p:sldId id="924" r:id="rId46"/>
    <p:sldId id="925" r:id="rId47"/>
    <p:sldId id="926" r:id="rId48"/>
    <p:sldId id="927" r:id="rId49"/>
    <p:sldId id="928" r:id="rId50"/>
    <p:sldId id="929" r:id="rId51"/>
    <p:sldId id="930" r:id="rId52"/>
    <p:sldId id="931" r:id="rId53"/>
    <p:sldId id="932" r:id="rId54"/>
    <p:sldId id="933" r:id="rId55"/>
    <p:sldId id="934" r:id="rId56"/>
    <p:sldId id="935" r:id="rId57"/>
    <p:sldId id="936" r:id="rId58"/>
    <p:sldId id="937" r:id="rId59"/>
    <p:sldId id="938" r:id="rId60"/>
    <p:sldId id="939" r:id="rId61"/>
    <p:sldId id="940" r:id="rId62"/>
    <p:sldId id="941" r:id="rId63"/>
    <p:sldId id="942" r:id="rId64"/>
    <p:sldId id="943" r:id="rId65"/>
    <p:sldId id="944" r:id="rId66"/>
    <p:sldId id="945" r:id="rId67"/>
    <p:sldId id="946" r:id="rId68"/>
    <p:sldId id="947" r:id="rId69"/>
    <p:sldId id="948" r:id="rId70"/>
    <p:sldId id="949" r:id="rId71"/>
    <p:sldId id="950" r:id="rId72"/>
    <p:sldId id="951" r:id="rId73"/>
    <p:sldId id="952" r:id="rId74"/>
    <p:sldId id="953" r:id="rId75"/>
    <p:sldId id="954" r:id="rId76"/>
    <p:sldId id="955" r:id="rId77"/>
    <p:sldId id="956" r:id="rId78"/>
    <p:sldId id="957" r:id="rId79"/>
    <p:sldId id="959" r:id="rId80"/>
    <p:sldId id="960" r:id="rId81"/>
    <p:sldId id="961" r:id="rId82"/>
    <p:sldId id="962" r:id="rId83"/>
    <p:sldId id="963" r:id="rId84"/>
    <p:sldId id="964" r:id="rId85"/>
    <p:sldId id="965" r:id="rId86"/>
    <p:sldId id="966" r:id="rId87"/>
    <p:sldId id="967" r:id="rId88"/>
    <p:sldId id="968" r:id="rId89"/>
    <p:sldId id="969" r:id="rId90"/>
    <p:sldId id="958" r:id="rId9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5F4FC"/>
    <a:srgbClr val="F8F8F8"/>
    <a:srgbClr val="FFCCFF"/>
    <a:srgbClr val="CCFFFF"/>
    <a:srgbClr val="C1643F"/>
    <a:srgbClr val="336600"/>
    <a:srgbClr val="99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8" autoAdjust="0"/>
    <p:restoredTop sz="94660"/>
  </p:normalViewPr>
  <p:slideViewPr>
    <p:cSldViewPr>
      <p:cViewPr varScale="1">
        <p:scale>
          <a:sx n="114" d="100"/>
          <a:sy n="114" d="100"/>
        </p:scale>
        <p:origin x="1958" y="91"/>
      </p:cViewPr>
      <p:guideLst>
        <p:guide orient="horz" pos="2181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emf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emf"/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emf"/><Relationship Id="rId8" Type="http://schemas.openxmlformats.org/officeDocument/2006/relationships/image" Target="../media/image41.emf"/><Relationship Id="rId7" Type="http://schemas.openxmlformats.org/officeDocument/2006/relationships/image" Target="../media/image40.e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emf"/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55.e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emf"/><Relationship Id="rId8" Type="http://schemas.openxmlformats.org/officeDocument/2006/relationships/image" Target="../media/image63.emf"/><Relationship Id="rId7" Type="http://schemas.openxmlformats.org/officeDocument/2006/relationships/image" Target="../media/image62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wmf"/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73.emf"/><Relationship Id="rId8" Type="http://schemas.openxmlformats.org/officeDocument/2006/relationships/image" Target="../media/image72.emf"/><Relationship Id="rId7" Type="http://schemas.openxmlformats.org/officeDocument/2006/relationships/image" Target="../media/image71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6" Type="http://schemas.openxmlformats.org/officeDocument/2006/relationships/image" Target="../media/image80.emf"/><Relationship Id="rId15" Type="http://schemas.openxmlformats.org/officeDocument/2006/relationships/image" Target="../media/image79.emf"/><Relationship Id="rId14" Type="http://schemas.openxmlformats.org/officeDocument/2006/relationships/image" Target="../media/image78.emf"/><Relationship Id="rId13" Type="http://schemas.openxmlformats.org/officeDocument/2006/relationships/image" Target="../media/image77.emf"/><Relationship Id="rId12" Type="http://schemas.openxmlformats.org/officeDocument/2006/relationships/image" Target="../media/image76.emf"/><Relationship Id="rId11" Type="http://schemas.openxmlformats.org/officeDocument/2006/relationships/image" Target="../media/image75.emf"/><Relationship Id="rId10" Type="http://schemas.openxmlformats.org/officeDocument/2006/relationships/image" Target="../media/image74.emf"/><Relationship Id="rId1" Type="http://schemas.openxmlformats.org/officeDocument/2006/relationships/image" Target="../media/image65.e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emf"/><Relationship Id="rId8" Type="http://schemas.openxmlformats.org/officeDocument/2006/relationships/image" Target="../media/image88.emf"/><Relationship Id="rId7" Type="http://schemas.openxmlformats.org/officeDocument/2006/relationships/image" Target="../media/image87.emf"/><Relationship Id="rId6" Type="http://schemas.openxmlformats.org/officeDocument/2006/relationships/image" Target="../media/image86.emf"/><Relationship Id="rId5" Type="http://schemas.openxmlformats.org/officeDocument/2006/relationships/image" Target="../media/image85.emf"/><Relationship Id="rId4" Type="http://schemas.openxmlformats.org/officeDocument/2006/relationships/image" Target="../media/image84.emf"/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1" Type="http://schemas.openxmlformats.org/officeDocument/2006/relationships/image" Target="../media/image91.emf"/><Relationship Id="rId10" Type="http://schemas.openxmlformats.org/officeDocument/2006/relationships/image" Target="../media/image90.emf"/><Relationship Id="rId1" Type="http://schemas.openxmlformats.org/officeDocument/2006/relationships/image" Target="../media/image81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emf"/><Relationship Id="rId8" Type="http://schemas.openxmlformats.org/officeDocument/2006/relationships/image" Target="../media/image99.emf"/><Relationship Id="rId7" Type="http://schemas.openxmlformats.org/officeDocument/2006/relationships/image" Target="../media/image98.emf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emf"/><Relationship Id="rId3" Type="http://schemas.openxmlformats.org/officeDocument/2006/relationships/image" Target="../media/image94.emf"/><Relationship Id="rId21" Type="http://schemas.openxmlformats.org/officeDocument/2006/relationships/image" Target="../media/image112.emf"/><Relationship Id="rId20" Type="http://schemas.openxmlformats.org/officeDocument/2006/relationships/image" Target="../media/image111.emf"/><Relationship Id="rId2" Type="http://schemas.openxmlformats.org/officeDocument/2006/relationships/image" Target="../media/image93.emf"/><Relationship Id="rId19" Type="http://schemas.openxmlformats.org/officeDocument/2006/relationships/image" Target="../media/image110.emf"/><Relationship Id="rId18" Type="http://schemas.openxmlformats.org/officeDocument/2006/relationships/image" Target="../media/image109.emf"/><Relationship Id="rId17" Type="http://schemas.openxmlformats.org/officeDocument/2006/relationships/image" Target="../media/image108.emf"/><Relationship Id="rId16" Type="http://schemas.openxmlformats.org/officeDocument/2006/relationships/image" Target="../media/image107.emf"/><Relationship Id="rId15" Type="http://schemas.openxmlformats.org/officeDocument/2006/relationships/image" Target="../media/image106.emf"/><Relationship Id="rId14" Type="http://schemas.openxmlformats.org/officeDocument/2006/relationships/image" Target="../media/image105.emf"/><Relationship Id="rId13" Type="http://schemas.openxmlformats.org/officeDocument/2006/relationships/image" Target="../media/image104.emf"/><Relationship Id="rId12" Type="http://schemas.openxmlformats.org/officeDocument/2006/relationships/image" Target="../media/image103.emf"/><Relationship Id="rId11" Type="http://schemas.openxmlformats.org/officeDocument/2006/relationships/image" Target="../media/image102.emf"/><Relationship Id="rId10" Type="http://schemas.openxmlformats.org/officeDocument/2006/relationships/image" Target="../media/image101.emf"/><Relationship Id="rId1" Type="http://schemas.openxmlformats.org/officeDocument/2006/relationships/image" Target="../media/image92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wmf"/><Relationship Id="rId8" Type="http://schemas.openxmlformats.org/officeDocument/2006/relationships/image" Target="../media/image120.emf"/><Relationship Id="rId7" Type="http://schemas.openxmlformats.org/officeDocument/2006/relationships/image" Target="../media/image119.emf"/><Relationship Id="rId6" Type="http://schemas.openxmlformats.org/officeDocument/2006/relationships/image" Target="../media/image118.emf"/><Relationship Id="rId5" Type="http://schemas.openxmlformats.org/officeDocument/2006/relationships/image" Target="../media/image117.emf"/><Relationship Id="rId4" Type="http://schemas.openxmlformats.org/officeDocument/2006/relationships/image" Target="../media/image116.emf"/><Relationship Id="rId3" Type="http://schemas.openxmlformats.org/officeDocument/2006/relationships/image" Target="../media/image115.emf"/><Relationship Id="rId2" Type="http://schemas.openxmlformats.org/officeDocument/2006/relationships/image" Target="../media/image114.emf"/><Relationship Id="rId13" Type="http://schemas.openxmlformats.org/officeDocument/2006/relationships/image" Target="../media/image125.emf"/><Relationship Id="rId12" Type="http://schemas.openxmlformats.org/officeDocument/2006/relationships/image" Target="../media/image124.emf"/><Relationship Id="rId11" Type="http://schemas.openxmlformats.org/officeDocument/2006/relationships/image" Target="../media/image123.emf"/><Relationship Id="rId10" Type="http://schemas.openxmlformats.org/officeDocument/2006/relationships/image" Target="../media/image122.emf"/><Relationship Id="rId1" Type="http://schemas.openxmlformats.org/officeDocument/2006/relationships/image" Target="../media/image113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emf"/><Relationship Id="rId1" Type="http://schemas.openxmlformats.org/officeDocument/2006/relationships/image" Target="../media/image126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7" Type="http://schemas.openxmlformats.org/officeDocument/2006/relationships/image" Target="../media/image135.emf"/><Relationship Id="rId6" Type="http://schemas.openxmlformats.org/officeDocument/2006/relationships/image" Target="../media/image134.emf"/><Relationship Id="rId5" Type="http://schemas.openxmlformats.org/officeDocument/2006/relationships/image" Target="../media/image133.emf"/><Relationship Id="rId4" Type="http://schemas.openxmlformats.org/officeDocument/2006/relationships/image" Target="../media/image132.emf"/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image" Target="../media/image129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emf"/><Relationship Id="rId8" Type="http://schemas.openxmlformats.org/officeDocument/2006/relationships/image" Target="../media/image144.emf"/><Relationship Id="rId7" Type="http://schemas.openxmlformats.org/officeDocument/2006/relationships/image" Target="../media/image143.emf"/><Relationship Id="rId6" Type="http://schemas.openxmlformats.org/officeDocument/2006/relationships/image" Target="../media/image142.emf"/><Relationship Id="rId5" Type="http://schemas.openxmlformats.org/officeDocument/2006/relationships/image" Target="../media/image141.emf"/><Relationship Id="rId4" Type="http://schemas.openxmlformats.org/officeDocument/2006/relationships/image" Target="../media/image140.emf"/><Relationship Id="rId3" Type="http://schemas.openxmlformats.org/officeDocument/2006/relationships/image" Target="../media/image139.emf"/><Relationship Id="rId2" Type="http://schemas.openxmlformats.org/officeDocument/2006/relationships/image" Target="../media/image138.emf"/><Relationship Id="rId12" Type="http://schemas.openxmlformats.org/officeDocument/2006/relationships/image" Target="../media/image148.emf"/><Relationship Id="rId11" Type="http://schemas.openxmlformats.org/officeDocument/2006/relationships/image" Target="../media/image147.emf"/><Relationship Id="rId10" Type="http://schemas.openxmlformats.org/officeDocument/2006/relationships/image" Target="../media/image146.emf"/><Relationship Id="rId1" Type="http://schemas.openxmlformats.org/officeDocument/2006/relationships/image" Target="../media/image137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9.emf"/><Relationship Id="rId8" Type="http://schemas.openxmlformats.org/officeDocument/2006/relationships/image" Target="../media/image158.emf"/><Relationship Id="rId7" Type="http://schemas.openxmlformats.org/officeDocument/2006/relationships/image" Target="../media/image157.emf"/><Relationship Id="rId6" Type="http://schemas.openxmlformats.org/officeDocument/2006/relationships/image" Target="../media/image156.emf"/><Relationship Id="rId5" Type="http://schemas.openxmlformats.org/officeDocument/2006/relationships/image" Target="../media/image155.emf"/><Relationship Id="rId4" Type="http://schemas.openxmlformats.org/officeDocument/2006/relationships/image" Target="../media/image154.emf"/><Relationship Id="rId3" Type="http://schemas.openxmlformats.org/officeDocument/2006/relationships/image" Target="../media/image153.emf"/><Relationship Id="rId2" Type="http://schemas.openxmlformats.org/officeDocument/2006/relationships/image" Target="../media/image152.emf"/><Relationship Id="rId14" Type="http://schemas.openxmlformats.org/officeDocument/2006/relationships/image" Target="../media/image164.emf"/><Relationship Id="rId13" Type="http://schemas.openxmlformats.org/officeDocument/2006/relationships/image" Target="../media/image163.emf"/><Relationship Id="rId12" Type="http://schemas.openxmlformats.org/officeDocument/2006/relationships/image" Target="../media/image162.emf"/><Relationship Id="rId11" Type="http://schemas.openxmlformats.org/officeDocument/2006/relationships/image" Target="../media/image161.emf"/><Relationship Id="rId10" Type="http://schemas.openxmlformats.org/officeDocument/2006/relationships/image" Target="../media/image160.emf"/><Relationship Id="rId1" Type="http://schemas.openxmlformats.org/officeDocument/2006/relationships/image" Target="../media/image151.e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70.wmf"/><Relationship Id="rId5" Type="http://schemas.openxmlformats.org/officeDocument/2006/relationships/image" Target="../media/image169.emf"/><Relationship Id="rId4" Type="http://schemas.openxmlformats.org/officeDocument/2006/relationships/image" Target="../media/image168.emf"/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image" Target="../media/image165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72.emf"/><Relationship Id="rId1" Type="http://schemas.openxmlformats.org/officeDocument/2006/relationships/image" Target="../media/image171.e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2.emf"/><Relationship Id="rId8" Type="http://schemas.openxmlformats.org/officeDocument/2006/relationships/image" Target="../media/image181.emf"/><Relationship Id="rId7" Type="http://schemas.openxmlformats.org/officeDocument/2006/relationships/image" Target="../media/image180.emf"/><Relationship Id="rId6" Type="http://schemas.openxmlformats.org/officeDocument/2006/relationships/image" Target="../media/image179.emf"/><Relationship Id="rId5" Type="http://schemas.openxmlformats.org/officeDocument/2006/relationships/image" Target="../media/image178.emf"/><Relationship Id="rId4" Type="http://schemas.openxmlformats.org/officeDocument/2006/relationships/image" Target="../media/image177.emf"/><Relationship Id="rId3" Type="http://schemas.openxmlformats.org/officeDocument/2006/relationships/image" Target="../media/image176.emf"/><Relationship Id="rId2" Type="http://schemas.openxmlformats.org/officeDocument/2006/relationships/image" Target="../media/image175.emf"/><Relationship Id="rId14" Type="http://schemas.openxmlformats.org/officeDocument/2006/relationships/image" Target="../media/image187.emf"/><Relationship Id="rId13" Type="http://schemas.openxmlformats.org/officeDocument/2006/relationships/image" Target="../media/image186.emf"/><Relationship Id="rId12" Type="http://schemas.openxmlformats.org/officeDocument/2006/relationships/image" Target="../media/image185.emf"/><Relationship Id="rId11" Type="http://schemas.openxmlformats.org/officeDocument/2006/relationships/image" Target="../media/image184.emf"/><Relationship Id="rId10" Type="http://schemas.openxmlformats.org/officeDocument/2006/relationships/image" Target="../media/image183.emf"/><Relationship Id="rId1" Type="http://schemas.openxmlformats.org/officeDocument/2006/relationships/image" Target="../media/image174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emf"/><Relationship Id="rId1" Type="http://schemas.openxmlformats.org/officeDocument/2006/relationships/image" Target="../media/image189.e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emf"/><Relationship Id="rId8" Type="http://schemas.openxmlformats.org/officeDocument/2006/relationships/image" Target="../media/image198.emf"/><Relationship Id="rId7" Type="http://schemas.openxmlformats.org/officeDocument/2006/relationships/image" Target="../media/image197.emf"/><Relationship Id="rId6" Type="http://schemas.openxmlformats.org/officeDocument/2006/relationships/image" Target="../media/image196.emf"/><Relationship Id="rId5" Type="http://schemas.openxmlformats.org/officeDocument/2006/relationships/image" Target="../media/image195.emf"/><Relationship Id="rId4" Type="http://schemas.openxmlformats.org/officeDocument/2006/relationships/image" Target="../media/image194.emf"/><Relationship Id="rId3" Type="http://schemas.openxmlformats.org/officeDocument/2006/relationships/image" Target="../media/image193.emf"/><Relationship Id="rId2" Type="http://schemas.openxmlformats.org/officeDocument/2006/relationships/image" Target="../media/image192.emf"/><Relationship Id="rId12" Type="http://schemas.openxmlformats.org/officeDocument/2006/relationships/image" Target="../media/image202.emf"/><Relationship Id="rId11" Type="http://schemas.openxmlformats.org/officeDocument/2006/relationships/image" Target="../media/image201.emf"/><Relationship Id="rId10" Type="http://schemas.openxmlformats.org/officeDocument/2006/relationships/image" Target="../media/image200.emf"/><Relationship Id="rId1" Type="http://schemas.openxmlformats.org/officeDocument/2006/relationships/image" Target="../media/image191.emf"/></Relationships>
</file>

<file path=ppt/drawings/_rels/vmlDrawing2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2.emf"/><Relationship Id="rId8" Type="http://schemas.openxmlformats.org/officeDocument/2006/relationships/image" Target="../media/image211.emf"/><Relationship Id="rId7" Type="http://schemas.openxmlformats.org/officeDocument/2006/relationships/image" Target="../media/image210.emf"/><Relationship Id="rId6" Type="http://schemas.openxmlformats.org/officeDocument/2006/relationships/image" Target="../media/image209.emf"/><Relationship Id="rId5" Type="http://schemas.openxmlformats.org/officeDocument/2006/relationships/image" Target="../media/image208.emf"/><Relationship Id="rId4" Type="http://schemas.openxmlformats.org/officeDocument/2006/relationships/image" Target="../media/image207.emf"/><Relationship Id="rId3" Type="http://schemas.openxmlformats.org/officeDocument/2006/relationships/image" Target="../media/image206.emf"/><Relationship Id="rId2" Type="http://schemas.openxmlformats.org/officeDocument/2006/relationships/image" Target="../media/image205.emf"/><Relationship Id="rId11" Type="http://schemas.openxmlformats.org/officeDocument/2006/relationships/image" Target="../media/image214.emf"/><Relationship Id="rId10" Type="http://schemas.openxmlformats.org/officeDocument/2006/relationships/image" Target="../media/image213.emf"/><Relationship Id="rId1" Type="http://schemas.openxmlformats.org/officeDocument/2006/relationships/image" Target="../media/image204.emf"/></Relationships>
</file>

<file path=ppt/drawings/_rels/vmlDrawing27.vml.rels><?xml version="1.0" encoding="UTF-8" standalone="yes"?>
<Relationships xmlns="http://schemas.openxmlformats.org/package/2006/relationships"><Relationship Id="rId6" Type="http://schemas.openxmlformats.org/officeDocument/2006/relationships/image" Target="../media/image220.emf"/><Relationship Id="rId5" Type="http://schemas.openxmlformats.org/officeDocument/2006/relationships/image" Target="../media/image219.emf"/><Relationship Id="rId4" Type="http://schemas.openxmlformats.org/officeDocument/2006/relationships/image" Target="../media/image218.emf"/><Relationship Id="rId3" Type="http://schemas.openxmlformats.org/officeDocument/2006/relationships/image" Target="../media/image217.emf"/><Relationship Id="rId2" Type="http://schemas.openxmlformats.org/officeDocument/2006/relationships/image" Target="../media/image216.emf"/><Relationship Id="rId1" Type="http://schemas.openxmlformats.org/officeDocument/2006/relationships/image" Target="../media/image215.e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9.emf"/><Relationship Id="rId8" Type="http://schemas.openxmlformats.org/officeDocument/2006/relationships/image" Target="../media/image228.emf"/><Relationship Id="rId7" Type="http://schemas.openxmlformats.org/officeDocument/2006/relationships/image" Target="../media/image227.emf"/><Relationship Id="rId6" Type="http://schemas.openxmlformats.org/officeDocument/2006/relationships/image" Target="../media/image226.emf"/><Relationship Id="rId5" Type="http://schemas.openxmlformats.org/officeDocument/2006/relationships/image" Target="../media/image225.emf"/><Relationship Id="rId4" Type="http://schemas.openxmlformats.org/officeDocument/2006/relationships/image" Target="../media/image224.emf"/><Relationship Id="rId3" Type="http://schemas.openxmlformats.org/officeDocument/2006/relationships/image" Target="../media/image223.emf"/><Relationship Id="rId2" Type="http://schemas.openxmlformats.org/officeDocument/2006/relationships/image" Target="../media/image222.emf"/><Relationship Id="rId13" Type="http://schemas.openxmlformats.org/officeDocument/2006/relationships/image" Target="../media/image233.emf"/><Relationship Id="rId12" Type="http://schemas.openxmlformats.org/officeDocument/2006/relationships/image" Target="../media/image232.emf"/><Relationship Id="rId11" Type="http://schemas.openxmlformats.org/officeDocument/2006/relationships/image" Target="../media/image231.emf"/><Relationship Id="rId10" Type="http://schemas.openxmlformats.org/officeDocument/2006/relationships/image" Target="../media/image230.emf"/><Relationship Id="rId1" Type="http://schemas.openxmlformats.org/officeDocument/2006/relationships/image" Target="../media/image221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emf"/><Relationship Id="rId2" Type="http://schemas.openxmlformats.org/officeDocument/2006/relationships/image" Target="../media/image235.emf"/><Relationship Id="rId1" Type="http://schemas.openxmlformats.org/officeDocument/2006/relationships/image" Target="../media/image234.emf"/></Relationships>
</file>

<file path=ppt/drawings/_rels/vmlDrawing3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5.emf"/><Relationship Id="rId8" Type="http://schemas.openxmlformats.org/officeDocument/2006/relationships/image" Target="../media/image244.emf"/><Relationship Id="rId7" Type="http://schemas.openxmlformats.org/officeDocument/2006/relationships/image" Target="../media/image243.emf"/><Relationship Id="rId6" Type="http://schemas.openxmlformats.org/officeDocument/2006/relationships/image" Target="../media/image242.emf"/><Relationship Id="rId5" Type="http://schemas.openxmlformats.org/officeDocument/2006/relationships/image" Target="../media/image241.emf"/><Relationship Id="rId4" Type="http://schemas.openxmlformats.org/officeDocument/2006/relationships/image" Target="../media/image240.emf"/><Relationship Id="rId3" Type="http://schemas.openxmlformats.org/officeDocument/2006/relationships/image" Target="../media/image239.emf"/><Relationship Id="rId2" Type="http://schemas.openxmlformats.org/officeDocument/2006/relationships/image" Target="../media/image238.emf"/><Relationship Id="rId16" Type="http://schemas.openxmlformats.org/officeDocument/2006/relationships/image" Target="../media/image252.emf"/><Relationship Id="rId15" Type="http://schemas.openxmlformats.org/officeDocument/2006/relationships/image" Target="../media/image251.emf"/><Relationship Id="rId14" Type="http://schemas.openxmlformats.org/officeDocument/2006/relationships/image" Target="../media/image250.emf"/><Relationship Id="rId13" Type="http://schemas.openxmlformats.org/officeDocument/2006/relationships/image" Target="../media/image249.emf"/><Relationship Id="rId12" Type="http://schemas.openxmlformats.org/officeDocument/2006/relationships/image" Target="../media/image248.emf"/><Relationship Id="rId11" Type="http://schemas.openxmlformats.org/officeDocument/2006/relationships/image" Target="../media/image247.emf"/><Relationship Id="rId10" Type="http://schemas.openxmlformats.org/officeDocument/2006/relationships/image" Target="../media/image246.emf"/><Relationship Id="rId1" Type="http://schemas.openxmlformats.org/officeDocument/2006/relationships/image" Target="../media/image237.e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1.emf"/><Relationship Id="rId8" Type="http://schemas.openxmlformats.org/officeDocument/2006/relationships/image" Target="../media/image260.emf"/><Relationship Id="rId7" Type="http://schemas.openxmlformats.org/officeDocument/2006/relationships/image" Target="../media/image259.emf"/><Relationship Id="rId6" Type="http://schemas.openxmlformats.org/officeDocument/2006/relationships/image" Target="../media/image258.emf"/><Relationship Id="rId5" Type="http://schemas.openxmlformats.org/officeDocument/2006/relationships/image" Target="../media/image257.emf"/><Relationship Id="rId4" Type="http://schemas.openxmlformats.org/officeDocument/2006/relationships/image" Target="../media/image256.emf"/><Relationship Id="rId3" Type="http://schemas.openxmlformats.org/officeDocument/2006/relationships/image" Target="../media/image255.emf"/><Relationship Id="rId2" Type="http://schemas.openxmlformats.org/officeDocument/2006/relationships/image" Target="../media/image254.emf"/><Relationship Id="rId12" Type="http://schemas.openxmlformats.org/officeDocument/2006/relationships/image" Target="../media/image264.emf"/><Relationship Id="rId11" Type="http://schemas.openxmlformats.org/officeDocument/2006/relationships/image" Target="../media/image263.emf"/><Relationship Id="rId10" Type="http://schemas.openxmlformats.org/officeDocument/2006/relationships/image" Target="../media/image262.emf"/><Relationship Id="rId1" Type="http://schemas.openxmlformats.org/officeDocument/2006/relationships/image" Target="../media/image253.e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3.emf"/><Relationship Id="rId8" Type="http://schemas.openxmlformats.org/officeDocument/2006/relationships/image" Target="../media/image272.emf"/><Relationship Id="rId7" Type="http://schemas.openxmlformats.org/officeDocument/2006/relationships/image" Target="../media/image271.emf"/><Relationship Id="rId6" Type="http://schemas.openxmlformats.org/officeDocument/2006/relationships/image" Target="../media/image270.emf"/><Relationship Id="rId5" Type="http://schemas.openxmlformats.org/officeDocument/2006/relationships/image" Target="../media/image269.emf"/><Relationship Id="rId4" Type="http://schemas.openxmlformats.org/officeDocument/2006/relationships/image" Target="../media/image268.emf"/><Relationship Id="rId3" Type="http://schemas.openxmlformats.org/officeDocument/2006/relationships/image" Target="../media/image267.emf"/><Relationship Id="rId2" Type="http://schemas.openxmlformats.org/officeDocument/2006/relationships/image" Target="../media/image266.emf"/><Relationship Id="rId1" Type="http://schemas.openxmlformats.org/officeDocument/2006/relationships/image" Target="../media/image265.e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82.emf"/><Relationship Id="rId8" Type="http://schemas.openxmlformats.org/officeDocument/2006/relationships/image" Target="../media/image281.emf"/><Relationship Id="rId7" Type="http://schemas.openxmlformats.org/officeDocument/2006/relationships/image" Target="../media/image280.emf"/><Relationship Id="rId6" Type="http://schemas.openxmlformats.org/officeDocument/2006/relationships/image" Target="../media/image279.emf"/><Relationship Id="rId5" Type="http://schemas.openxmlformats.org/officeDocument/2006/relationships/image" Target="../media/image278.emf"/><Relationship Id="rId4" Type="http://schemas.openxmlformats.org/officeDocument/2006/relationships/image" Target="../media/image277.emf"/><Relationship Id="rId3" Type="http://schemas.openxmlformats.org/officeDocument/2006/relationships/image" Target="../media/image276.emf"/><Relationship Id="rId2" Type="http://schemas.openxmlformats.org/officeDocument/2006/relationships/image" Target="../media/image275.emf"/><Relationship Id="rId10" Type="http://schemas.openxmlformats.org/officeDocument/2006/relationships/image" Target="../media/image283.emf"/><Relationship Id="rId1" Type="http://schemas.openxmlformats.org/officeDocument/2006/relationships/image" Target="../media/image274.emf"/></Relationships>
</file>

<file path=ppt/drawings/_rels/vmlDrawing34.vml.rels><?xml version="1.0" encoding="UTF-8" standalone="yes"?>
<Relationships xmlns="http://schemas.openxmlformats.org/package/2006/relationships"><Relationship Id="rId5" Type="http://schemas.openxmlformats.org/officeDocument/2006/relationships/image" Target="../media/image288.wmf"/><Relationship Id="rId4" Type="http://schemas.openxmlformats.org/officeDocument/2006/relationships/image" Target="../media/image287.emf"/><Relationship Id="rId3" Type="http://schemas.openxmlformats.org/officeDocument/2006/relationships/image" Target="../media/image286.emf"/><Relationship Id="rId2" Type="http://schemas.openxmlformats.org/officeDocument/2006/relationships/image" Target="../media/image285.emf"/><Relationship Id="rId1" Type="http://schemas.openxmlformats.org/officeDocument/2006/relationships/image" Target="../media/image284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emf"/><Relationship Id="rId1" Type="http://schemas.openxmlformats.org/officeDocument/2006/relationships/image" Target="../media/image289.e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9.emf"/><Relationship Id="rId8" Type="http://schemas.openxmlformats.org/officeDocument/2006/relationships/image" Target="../media/image298.emf"/><Relationship Id="rId7" Type="http://schemas.openxmlformats.org/officeDocument/2006/relationships/image" Target="../media/image297.emf"/><Relationship Id="rId6" Type="http://schemas.openxmlformats.org/officeDocument/2006/relationships/image" Target="../media/image296.emf"/><Relationship Id="rId5" Type="http://schemas.openxmlformats.org/officeDocument/2006/relationships/image" Target="../media/image295.emf"/><Relationship Id="rId4" Type="http://schemas.openxmlformats.org/officeDocument/2006/relationships/image" Target="../media/image294.emf"/><Relationship Id="rId3" Type="http://schemas.openxmlformats.org/officeDocument/2006/relationships/image" Target="../media/image293.emf"/><Relationship Id="rId2" Type="http://schemas.openxmlformats.org/officeDocument/2006/relationships/image" Target="../media/image292.emf"/><Relationship Id="rId10" Type="http://schemas.openxmlformats.org/officeDocument/2006/relationships/image" Target="../media/image300.emf"/><Relationship Id="rId1" Type="http://schemas.openxmlformats.org/officeDocument/2006/relationships/image" Target="../media/image291.emf"/></Relationships>
</file>

<file path=ppt/drawings/_rels/vmlDrawing3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9.emf"/><Relationship Id="rId8" Type="http://schemas.openxmlformats.org/officeDocument/2006/relationships/image" Target="../media/image308.emf"/><Relationship Id="rId7" Type="http://schemas.openxmlformats.org/officeDocument/2006/relationships/image" Target="../media/image307.emf"/><Relationship Id="rId6" Type="http://schemas.openxmlformats.org/officeDocument/2006/relationships/image" Target="../media/image306.emf"/><Relationship Id="rId5" Type="http://schemas.openxmlformats.org/officeDocument/2006/relationships/image" Target="../media/image305.emf"/><Relationship Id="rId4" Type="http://schemas.openxmlformats.org/officeDocument/2006/relationships/image" Target="../media/image304.emf"/><Relationship Id="rId3" Type="http://schemas.openxmlformats.org/officeDocument/2006/relationships/image" Target="../media/image303.emf"/><Relationship Id="rId2" Type="http://schemas.openxmlformats.org/officeDocument/2006/relationships/image" Target="../media/image302.emf"/><Relationship Id="rId11" Type="http://schemas.openxmlformats.org/officeDocument/2006/relationships/image" Target="../media/image311.emf"/><Relationship Id="rId10" Type="http://schemas.openxmlformats.org/officeDocument/2006/relationships/image" Target="../media/image310.emf"/><Relationship Id="rId1" Type="http://schemas.openxmlformats.org/officeDocument/2006/relationships/image" Target="../media/image301.emf"/></Relationships>
</file>

<file path=ppt/drawings/_rels/vmlDrawing3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0.emf"/><Relationship Id="rId8" Type="http://schemas.openxmlformats.org/officeDocument/2006/relationships/image" Target="../media/image319.emf"/><Relationship Id="rId7" Type="http://schemas.openxmlformats.org/officeDocument/2006/relationships/image" Target="../media/image318.emf"/><Relationship Id="rId6" Type="http://schemas.openxmlformats.org/officeDocument/2006/relationships/image" Target="../media/image317.emf"/><Relationship Id="rId5" Type="http://schemas.openxmlformats.org/officeDocument/2006/relationships/image" Target="../media/image316.emf"/><Relationship Id="rId4" Type="http://schemas.openxmlformats.org/officeDocument/2006/relationships/image" Target="../media/image315.emf"/><Relationship Id="rId3" Type="http://schemas.openxmlformats.org/officeDocument/2006/relationships/image" Target="../media/image314.emf"/><Relationship Id="rId2" Type="http://schemas.openxmlformats.org/officeDocument/2006/relationships/image" Target="../media/image313.emf"/><Relationship Id="rId10" Type="http://schemas.openxmlformats.org/officeDocument/2006/relationships/image" Target="../media/image321.emf"/><Relationship Id="rId1" Type="http://schemas.openxmlformats.org/officeDocument/2006/relationships/image" Target="../media/image312.emf"/></Relationships>
</file>

<file path=ppt/drawings/_rels/vmlDrawing39.vml.rels><?xml version="1.0" encoding="UTF-8" standalone="yes"?>
<Relationships xmlns="http://schemas.openxmlformats.org/package/2006/relationships"><Relationship Id="rId6" Type="http://schemas.openxmlformats.org/officeDocument/2006/relationships/image" Target="../media/image327.wmf"/><Relationship Id="rId5" Type="http://schemas.openxmlformats.org/officeDocument/2006/relationships/image" Target="../media/image326.wmf"/><Relationship Id="rId4" Type="http://schemas.openxmlformats.org/officeDocument/2006/relationships/image" Target="../media/image325.wmf"/><Relationship Id="rId3" Type="http://schemas.openxmlformats.org/officeDocument/2006/relationships/image" Target="../media/image324.wmf"/><Relationship Id="rId2" Type="http://schemas.openxmlformats.org/officeDocument/2006/relationships/image" Target="../media/image323.emf"/><Relationship Id="rId1" Type="http://schemas.openxmlformats.org/officeDocument/2006/relationships/image" Target="../media/image322.emf"/></Relationships>
</file>

<file path=ppt/drawings/_rels/vmlDrawing40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0.wmf"/><Relationship Id="rId5" Type="http://schemas.openxmlformats.org/officeDocument/2006/relationships/image" Target="../media/image329.wmf"/><Relationship Id="rId4" Type="http://schemas.openxmlformats.org/officeDocument/2006/relationships/image" Target="../media/image328.wmf"/><Relationship Id="rId3" Type="http://schemas.openxmlformats.org/officeDocument/2006/relationships/image" Target="../media/image327.wmf"/><Relationship Id="rId2" Type="http://schemas.openxmlformats.org/officeDocument/2006/relationships/image" Target="../media/image326.wmf"/><Relationship Id="rId1" Type="http://schemas.openxmlformats.org/officeDocument/2006/relationships/image" Target="../media/image325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1.emf"/></Relationships>
</file>

<file path=ppt/drawings/_rels/vmlDrawing42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0.emf"/><Relationship Id="rId8" Type="http://schemas.openxmlformats.org/officeDocument/2006/relationships/image" Target="../media/image339.emf"/><Relationship Id="rId7" Type="http://schemas.openxmlformats.org/officeDocument/2006/relationships/image" Target="../media/image338.emf"/><Relationship Id="rId6" Type="http://schemas.openxmlformats.org/officeDocument/2006/relationships/image" Target="../media/image337.emf"/><Relationship Id="rId5" Type="http://schemas.openxmlformats.org/officeDocument/2006/relationships/image" Target="../media/image336.emf"/><Relationship Id="rId4" Type="http://schemas.openxmlformats.org/officeDocument/2006/relationships/image" Target="../media/image335.emf"/><Relationship Id="rId3" Type="http://schemas.openxmlformats.org/officeDocument/2006/relationships/image" Target="../media/image334.emf"/><Relationship Id="rId2" Type="http://schemas.openxmlformats.org/officeDocument/2006/relationships/image" Target="../media/image333.emf"/><Relationship Id="rId11" Type="http://schemas.openxmlformats.org/officeDocument/2006/relationships/image" Target="../media/image342.emf"/><Relationship Id="rId10" Type="http://schemas.openxmlformats.org/officeDocument/2006/relationships/image" Target="../media/image341.emf"/><Relationship Id="rId1" Type="http://schemas.openxmlformats.org/officeDocument/2006/relationships/image" Target="../media/image332.e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0.emf"/><Relationship Id="rId6" Type="http://schemas.openxmlformats.org/officeDocument/2006/relationships/image" Target="../media/image349.emf"/><Relationship Id="rId5" Type="http://schemas.openxmlformats.org/officeDocument/2006/relationships/image" Target="../media/image348.emf"/><Relationship Id="rId4" Type="http://schemas.openxmlformats.org/officeDocument/2006/relationships/image" Target="../media/image347.emf"/><Relationship Id="rId3" Type="http://schemas.openxmlformats.org/officeDocument/2006/relationships/image" Target="../media/image346.emf"/><Relationship Id="rId2" Type="http://schemas.openxmlformats.org/officeDocument/2006/relationships/image" Target="../media/image345.emf"/><Relationship Id="rId1" Type="http://schemas.openxmlformats.org/officeDocument/2006/relationships/image" Target="../media/image344.emf"/></Relationships>
</file>

<file path=ppt/drawings/_rels/vmlDrawing44.vml.rels><?xml version="1.0" encoding="UTF-8" standalone="yes"?>
<Relationships xmlns="http://schemas.openxmlformats.org/package/2006/relationships"><Relationship Id="rId5" Type="http://schemas.openxmlformats.org/officeDocument/2006/relationships/image" Target="../media/image355.wmf"/><Relationship Id="rId4" Type="http://schemas.openxmlformats.org/officeDocument/2006/relationships/image" Target="../media/image354.emf"/><Relationship Id="rId3" Type="http://schemas.openxmlformats.org/officeDocument/2006/relationships/image" Target="../media/image353.emf"/><Relationship Id="rId2" Type="http://schemas.openxmlformats.org/officeDocument/2006/relationships/image" Target="../media/image352.emf"/><Relationship Id="rId1" Type="http://schemas.openxmlformats.org/officeDocument/2006/relationships/image" Target="../media/image351.emf"/></Relationships>
</file>

<file path=ppt/drawings/_rels/vmlDrawing4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60.emf"/><Relationship Id="rId4" Type="http://schemas.openxmlformats.org/officeDocument/2006/relationships/image" Target="../media/image359.emf"/><Relationship Id="rId3" Type="http://schemas.openxmlformats.org/officeDocument/2006/relationships/image" Target="../media/image358.e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/Relationships>
</file>

<file path=ppt/drawings/_rels/vmlDrawing46.vml.rels><?xml version="1.0" encoding="UTF-8" standalone="yes"?>
<Relationships xmlns="http://schemas.openxmlformats.org/package/2006/relationships"><Relationship Id="rId6" Type="http://schemas.openxmlformats.org/officeDocument/2006/relationships/image" Target="../media/image366.wmf"/><Relationship Id="rId5" Type="http://schemas.openxmlformats.org/officeDocument/2006/relationships/image" Target="../media/image365.wmf"/><Relationship Id="rId4" Type="http://schemas.openxmlformats.org/officeDocument/2006/relationships/image" Target="../media/image364.wmf"/><Relationship Id="rId3" Type="http://schemas.openxmlformats.org/officeDocument/2006/relationships/image" Target="../media/image363.emf"/><Relationship Id="rId2" Type="http://schemas.openxmlformats.org/officeDocument/2006/relationships/image" Target="../media/image362.emf"/><Relationship Id="rId1" Type="http://schemas.openxmlformats.org/officeDocument/2006/relationships/image" Target="../media/image361.wmf"/></Relationships>
</file>

<file path=ppt/drawings/_rels/vmlDrawing47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2.wmf"/><Relationship Id="rId5" Type="http://schemas.openxmlformats.org/officeDocument/2006/relationships/image" Target="../media/image371.wmf"/><Relationship Id="rId4" Type="http://schemas.openxmlformats.org/officeDocument/2006/relationships/image" Target="../media/image370.emf"/><Relationship Id="rId3" Type="http://schemas.openxmlformats.org/officeDocument/2006/relationships/image" Target="../media/image369.emf"/><Relationship Id="rId2" Type="http://schemas.openxmlformats.org/officeDocument/2006/relationships/image" Target="../media/image368.wmf"/><Relationship Id="rId1" Type="http://schemas.openxmlformats.org/officeDocument/2006/relationships/image" Target="../media/image367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3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4.e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7.emf"/><Relationship Id="rId2" Type="http://schemas.openxmlformats.org/officeDocument/2006/relationships/image" Target="../media/image376.emf"/><Relationship Id="rId1" Type="http://schemas.openxmlformats.org/officeDocument/2006/relationships/image" Target="../media/image375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8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9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0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1.emf"/></Relationships>
</file>

<file path=ppt/drawings/_rels/vmlDrawing5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86.emf"/><Relationship Id="rId4" Type="http://schemas.openxmlformats.org/officeDocument/2006/relationships/image" Target="../media/image385.emf"/><Relationship Id="rId3" Type="http://schemas.openxmlformats.org/officeDocument/2006/relationships/image" Target="../media/image384.emf"/><Relationship Id="rId2" Type="http://schemas.openxmlformats.org/officeDocument/2006/relationships/image" Target="../media/image383.emf"/><Relationship Id="rId1" Type="http://schemas.openxmlformats.org/officeDocument/2006/relationships/image" Target="../media/image382.e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emf"/><Relationship Id="rId2" Type="http://schemas.openxmlformats.org/officeDocument/2006/relationships/image" Target="../media/image388.emf"/><Relationship Id="rId1" Type="http://schemas.openxmlformats.org/officeDocument/2006/relationships/image" Target="../media/image387.emf"/></Relationships>
</file>

<file path=ppt/drawings/_rels/vmlDrawing57.vml.rels><?xml version="1.0" encoding="UTF-8" standalone="yes"?>
<Relationships xmlns="http://schemas.openxmlformats.org/package/2006/relationships"><Relationship Id="rId4" Type="http://schemas.openxmlformats.org/officeDocument/2006/relationships/image" Target="../media/image393.emf"/><Relationship Id="rId3" Type="http://schemas.openxmlformats.org/officeDocument/2006/relationships/image" Target="../media/image392.emf"/><Relationship Id="rId2" Type="http://schemas.openxmlformats.org/officeDocument/2006/relationships/image" Target="../media/image391.emf"/><Relationship Id="rId1" Type="http://schemas.openxmlformats.org/officeDocument/2006/relationships/image" Target="../media/image390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4.e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7.emf"/><Relationship Id="rId2" Type="http://schemas.openxmlformats.org/officeDocument/2006/relationships/image" Target="../media/image396.emf"/><Relationship Id="rId1" Type="http://schemas.openxmlformats.org/officeDocument/2006/relationships/image" Target="../media/image395.emf"/></Relationships>
</file>

<file path=ppt/drawings/_rels/vmlDrawing60.vml.rels><?xml version="1.0" encoding="UTF-8" standalone="yes"?>
<Relationships xmlns="http://schemas.openxmlformats.org/package/2006/relationships"><Relationship Id="rId9" Type="http://schemas.openxmlformats.org/officeDocument/2006/relationships/image" Target="../media/image406.emf"/><Relationship Id="rId8" Type="http://schemas.openxmlformats.org/officeDocument/2006/relationships/image" Target="../media/image405.emf"/><Relationship Id="rId7" Type="http://schemas.openxmlformats.org/officeDocument/2006/relationships/image" Target="../media/image404.emf"/><Relationship Id="rId6" Type="http://schemas.openxmlformats.org/officeDocument/2006/relationships/image" Target="../media/image403.emf"/><Relationship Id="rId5" Type="http://schemas.openxmlformats.org/officeDocument/2006/relationships/image" Target="../media/image402.emf"/><Relationship Id="rId4" Type="http://schemas.openxmlformats.org/officeDocument/2006/relationships/image" Target="../media/image401.emf"/><Relationship Id="rId32" Type="http://schemas.openxmlformats.org/officeDocument/2006/relationships/image" Target="../media/image429.emf"/><Relationship Id="rId31" Type="http://schemas.openxmlformats.org/officeDocument/2006/relationships/image" Target="../media/image428.emf"/><Relationship Id="rId30" Type="http://schemas.openxmlformats.org/officeDocument/2006/relationships/image" Target="../media/image427.emf"/><Relationship Id="rId3" Type="http://schemas.openxmlformats.org/officeDocument/2006/relationships/image" Target="../media/image400.emf"/><Relationship Id="rId29" Type="http://schemas.openxmlformats.org/officeDocument/2006/relationships/image" Target="../media/image426.emf"/><Relationship Id="rId28" Type="http://schemas.openxmlformats.org/officeDocument/2006/relationships/image" Target="../media/image425.emf"/><Relationship Id="rId27" Type="http://schemas.openxmlformats.org/officeDocument/2006/relationships/image" Target="../media/image424.emf"/><Relationship Id="rId26" Type="http://schemas.openxmlformats.org/officeDocument/2006/relationships/image" Target="../media/image423.emf"/><Relationship Id="rId25" Type="http://schemas.openxmlformats.org/officeDocument/2006/relationships/image" Target="../media/image422.emf"/><Relationship Id="rId24" Type="http://schemas.openxmlformats.org/officeDocument/2006/relationships/image" Target="../media/image421.emf"/><Relationship Id="rId23" Type="http://schemas.openxmlformats.org/officeDocument/2006/relationships/image" Target="../media/image420.emf"/><Relationship Id="rId22" Type="http://schemas.openxmlformats.org/officeDocument/2006/relationships/image" Target="../media/image419.emf"/><Relationship Id="rId21" Type="http://schemas.openxmlformats.org/officeDocument/2006/relationships/image" Target="../media/image418.emf"/><Relationship Id="rId20" Type="http://schemas.openxmlformats.org/officeDocument/2006/relationships/image" Target="../media/image417.emf"/><Relationship Id="rId2" Type="http://schemas.openxmlformats.org/officeDocument/2006/relationships/image" Target="../media/image399.emf"/><Relationship Id="rId19" Type="http://schemas.openxmlformats.org/officeDocument/2006/relationships/image" Target="../media/image416.emf"/><Relationship Id="rId18" Type="http://schemas.openxmlformats.org/officeDocument/2006/relationships/image" Target="../media/image415.emf"/><Relationship Id="rId17" Type="http://schemas.openxmlformats.org/officeDocument/2006/relationships/image" Target="../media/image414.emf"/><Relationship Id="rId16" Type="http://schemas.openxmlformats.org/officeDocument/2006/relationships/image" Target="../media/image413.emf"/><Relationship Id="rId15" Type="http://schemas.openxmlformats.org/officeDocument/2006/relationships/image" Target="../media/image412.emf"/><Relationship Id="rId14" Type="http://schemas.openxmlformats.org/officeDocument/2006/relationships/image" Target="../media/image411.emf"/><Relationship Id="rId13" Type="http://schemas.openxmlformats.org/officeDocument/2006/relationships/image" Target="../media/image410.emf"/><Relationship Id="rId12" Type="http://schemas.openxmlformats.org/officeDocument/2006/relationships/image" Target="../media/image409.emf"/><Relationship Id="rId11" Type="http://schemas.openxmlformats.org/officeDocument/2006/relationships/image" Target="../media/image408.emf"/><Relationship Id="rId10" Type="http://schemas.openxmlformats.org/officeDocument/2006/relationships/image" Target="../media/image407.emf"/><Relationship Id="rId1" Type="http://schemas.openxmlformats.org/officeDocument/2006/relationships/image" Target="../media/image398.emf"/></Relationships>
</file>

<file path=ppt/drawings/_rels/vmlDrawing61.vml.rels><?xml version="1.0" encoding="UTF-8" standalone="yes"?>
<Relationships xmlns="http://schemas.openxmlformats.org/package/2006/relationships"><Relationship Id="rId6" Type="http://schemas.openxmlformats.org/officeDocument/2006/relationships/image" Target="../media/image435.wmf"/><Relationship Id="rId5" Type="http://schemas.openxmlformats.org/officeDocument/2006/relationships/image" Target="../media/image434.wmf"/><Relationship Id="rId4" Type="http://schemas.openxmlformats.org/officeDocument/2006/relationships/image" Target="../media/image433.wmf"/><Relationship Id="rId3" Type="http://schemas.openxmlformats.org/officeDocument/2006/relationships/image" Target="../media/image432.wmf"/><Relationship Id="rId2" Type="http://schemas.openxmlformats.org/officeDocument/2006/relationships/image" Target="../media/image431.wmf"/><Relationship Id="rId1" Type="http://schemas.openxmlformats.org/officeDocument/2006/relationships/image" Target="../media/image430.wmf"/></Relationships>
</file>

<file path=ppt/drawings/_rels/vmlDrawing6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4.emf"/><Relationship Id="rId8" Type="http://schemas.openxmlformats.org/officeDocument/2006/relationships/image" Target="../media/image443.emf"/><Relationship Id="rId7" Type="http://schemas.openxmlformats.org/officeDocument/2006/relationships/image" Target="../media/image442.emf"/><Relationship Id="rId6" Type="http://schemas.openxmlformats.org/officeDocument/2006/relationships/image" Target="../media/image441.emf"/><Relationship Id="rId5" Type="http://schemas.openxmlformats.org/officeDocument/2006/relationships/image" Target="../media/image440.emf"/><Relationship Id="rId4" Type="http://schemas.openxmlformats.org/officeDocument/2006/relationships/image" Target="../media/image439.emf"/><Relationship Id="rId3" Type="http://schemas.openxmlformats.org/officeDocument/2006/relationships/image" Target="../media/image438.emf"/><Relationship Id="rId2" Type="http://schemas.openxmlformats.org/officeDocument/2006/relationships/image" Target="../media/image437.emf"/><Relationship Id="rId16" Type="http://schemas.openxmlformats.org/officeDocument/2006/relationships/image" Target="../media/image451.wmf"/><Relationship Id="rId15" Type="http://schemas.openxmlformats.org/officeDocument/2006/relationships/image" Target="../media/image450.wmf"/><Relationship Id="rId14" Type="http://schemas.openxmlformats.org/officeDocument/2006/relationships/image" Target="../media/image449.emf"/><Relationship Id="rId13" Type="http://schemas.openxmlformats.org/officeDocument/2006/relationships/image" Target="../media/image448.emf"/><Relationship Id="rId12" Type="http://schemas.openxmlformats.org/officeDocument/2006/relationships/image" Target="../media/image447.emf"/><Relationship Id="rId11" Type="http://schemas.openxmlformats.org/officeDocument/2006/relationships/image" Target="../media/image446.emf"/><Relationship Id="rId10" Type="http://schemas.openxmlformats.org/officeDocument/2006/relationships/image" Target="../media/image445.emf"/><Relationship Id="rId1" Type="http://schemas.openxmlformats.org/officeDocument/2006/relationships/image" Target="../media/image436.emf"/></Relationships>
</file>

<file path=ppt/drawings/_rels/vmlDrawing6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60.emf"/><Relationship Id="rId8" Type="http://schemas.openxmlformats.org/officeDocument/2006/relationships/image" Target="../media/image459.emf"/><Relationship Id="rId7" Type="http://schemas.openxmlformats.org/officeDocument/2006/relationships/image" Target="../media/image458.emf"/><Relationship Id="rId6" Type="http://schemas.openxmlformats.org/officeDocument/2006/relationships/image" Target="../media/image457.emf"/><Relationship Id="rId5" Type="http://schemas.openxmlformats.org/officeDocument/2006/relationships/image" Target="../media/image456.emf"/><Relationship Id="rId4" Type="http://schemas.openxmlformats.org/officeDocument/2006/relationships/image" Target="../media/image455.emf"/><Relationship Id="rId3" Type="http://schemas.openxmlformats.org/officeDocument/2006/relationships/image" Target="../media/image454.emf"/><Relationship Id="rId2" Type="http://schemas.openxmlformats.org/officeDocument/2006/relationships/image" Target="../media/image453.emf"/><Relationship Id="rId16" Type="http://schemas.openxmlformats.org/officeDocument/2006/relationships/image" Target="../media/image467.wmf"/><Relationship Id="rId15" Type="http://schemas.openxmlformats.org/officeDocument/2006/relationships/image" Target="../media/image466.emf"/><Relationship Id="rId14" Type="http://schemas.openxmlformats.org/officeDocument/2006/relationships/image" Target="../media/image465.emf"/><Relationship Id="rId13" Type="http://schemas.openxmlformats.org/officeDocument/2006/relationships/image" Target="../media/image464.emf"/><Relationship Id="rId12" Type="http://schemas.openxmlformats.org/officeDocument/2006/relationships/image" Target="../media/image463.emf"/><Relationship Id="rId11" Type="http://schemas.openxmlformats.org/officeDocument/2006/relationships/image" Target="../media/image462.emf"/><Relationship Id="rId10" Type="http://schemas.openxmlformats.org/officeDocument/2006/relationships/image" Target="../media/image461.emf"/><Relationship Id="rId1" Type="http://schemas.openxmlformats.org/officeDocument/2006/relationships/image" Target="../media/image452.emf"/></Relationships>
</file>

<file path=ppt/drawings/_rels/vmlDrawing64.vml.rels><?xml version="1.0" encoding="UTF-8" standalone="yes"?>
<Relationships xmlns="http://schemas.openxmlformats.org/package/2006/relationships"><Relationship Id="rId4" Type="http://schemas.openxmlformats.org/officeDocument/2006/relationships/image" Target="../media/image471.emf"/><Relationship Id="rId3" Type="http://schemas.openxmlformats.org/officeDocument/2006/relationships/image" Target="../media/image470.emf"/><Relationship Id="rId2" Type="http://schemas.openxmlformats.org/officeDocument/2006/relationships/image" Target="../media/image469.emf"/><Relationship Id="rId1" Type="http://schemas.openxmlformats.org/officeDocument/2006/relationships/image" Target="../media/image468.emf"/></Relationships>
</file>

<file path=ppt/drawings/_rels/vmlDrawing6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6.emf"/><Relationship Id="rId4" Type="http://schemas.openxmlformats.org/officeDocument/2006/relationships/image" Target="../media/image475.emf"/><Relationship Id="rId3" Type="http://schemas.openxmlformats.org/officeDocument/2006/relationships/image" Target="../media/image474.emf"/><Relationship Id="rId2" Type="http://schemas.openxmlformats.org/officeDocument/2006/relationships/image" Target="../media/image473.emf"/><Relationship Id="rId1" Type="http://schemas.openxmlformats.org/officeDocument/2006/relationships/image" Target="../media/image472.emf"/></Relationships>
</file>

<file path=ppt/drawings/_rels/vmlDrawing6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7.wmf"/><Relationship Id="rId1" Type="http://schemas.openxmlformats.org/officeDocument/2006/relationships/image" Target="../media/image393.emf"/></Relationships>
</file>

<file path=ppt/drawings/_rels/vmlDrawing6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81.wmf"/><Relationship Id="rId3" Type="http://schemas.openxmlformats.org/officeDocument/2006/relationships/image" Target="../media/image480.wmf"/><Relationship Id="rId2" Type="http://schemas.openxmlformats.org/officeDocument/2006/relationships/image" Target="../media/image479.wmf"/><Relationship Id="rId1" Type="http://schemas.openxmlformats.org/officeDocument/2006/relationships/image" Target="../media/image478.wmf"/></Relationships>
</file>

<file path=ppt/drawings/_rels/vmlDrawing68.vml.rels><?xml version="1.0" encoding="UTF-8" standalone="yes"?>
<Relationships xmlns="http://schemas.openxmlformats.org/package/2006/relationships"><Relationship Id="rId5" Type="http://schemas.openxmlformats.org/officeDocument/2006/relationships/image" Target="../media/image486.wmf"/><Relationship Id="rId4" Type="http://schemas.openxmlformats.org/officeDocument/2006/relationships/image" Target="../media/image485.wmf"/><Relationship Id="rId3" Type="http://schemas.openxmlformats.org/officeDocument/2006/relationships/image" Target="../media/image484.wmf"/><Relationship Id="rId2" Type="http://schemas.openxmlformats.org/officeDocument/2006/relationships/image" Target="../media/image483.wmf"/><Relationship Id="rId1" Type="http://schemas.openxmlformats.org/officeDocument/2006/relationships/image" Target="../media/image482.wmf"/></Relationships>
</file>

<file path=ppt/drawings/_rels/vmlDrawing69.vml.rels><?xml version="1.0" encoding="UTF-8" standalone="yes"?>
<Relationships xmlns="http://schemas.openxmlformats.org/package/2006/relationships"><Relationship Id="rId7" Type="http://schemas.openxmlformats.org/officeDocument/2006/relationships/image" Target="../media/image493.wmf"/><Relationship Id="rId6" Type="http://schemas.openxmlformats.org/officeDocument/2006/relationships/image" Target="../media/image492.wmf"/><Relationship Id="rId5" Type="http://schemas.openxmlformats.org/officeDocument/2006/relationships/image" Target="../media/image491.wmf"/><Relationship Id="rId4" Type="http://schemas.openxmlformats.org/officeDocument/2006/relationships/image" Target="../media/image490.wmf"/><Relationship Id="rId3" Type="http://schemas.openxmlformats.org/officeDocument/2006/relationships/image" Target="../media/image489.wmf"/><Relationship Id="rId2" Type="http://schemas.openxmlformats.org/officeDocument/2006/relationships/image" Target="../media/image488.wmf"/><Relationship Id="rId1" Type="http://schemas.openxmlformats.org/officeDocument/2006/relationships/image" Target="../media/image487.w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167392BE-B871-4C5A-9552-69260FEFB8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CBC350-418C-4C9D-A79D-B676D32CD9DD}" type="slidenum">
              <a:rPr lang="en-US" altLang="zh-CN" smtClean="0"/>
            </a:fld>
            <a:endParaRPr lang="en-US" altLang="zh-CN"/>
          </a:p>
        </p:txBody>
      </p:sp>
      <p:sp>
        <p:nvSpPr>
          <p:cNvPr id="5123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05E8FDF5-ED6D-40C6-980C-040A1453F43F}" type="slidenum">
              <a:rPr kumimoji="1" lang="en-US" altLang="zh-CN" sz="1200">
                <a:latin typeface="Times New Roman" panose="02020603050405020304" pitchFamily="18" charset="0"/>
              </a:rPr>
            </a:fld>
            <a:endParaRPr kumimoji="1"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1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 cap="flat">
            <a:solidFill>
              <a:schemeClr val="tx1"/>
            </a:solidFill>
          </a:ln>
        </p:spPr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2075" tIns="46038" rIns="92075" bIns="46038"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B8C1339-16CE-4FD4-8835-94A64BBBFCB7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C3C3F6-08A7-4DDD-BB86-953F7FED5B01}" type="slidenum">
              <a:rPr lang="en-US" altLang="zh-CN" sz="1200" smtClean="0"/>
            </a:fld>
            <a:endParaRPr lang="en-US" altLang="zh-CN" sz="1200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3962400" y="1066800"/>
            <a:ext cx="4648200" cy="19812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7763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3962400" y="3657600"/>
            <a:ext cx="4572000" cy="1676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07695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07695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9E9C5-D3B2-4B1A-8859-AA2D215D97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F9407-972C-4568-B451-653AE087F0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83A3F-6855-4B5E-9608-775CF40574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1375" y="1981200"/>
            <a:ext cx="4194175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DDAC7-2EEA-4D0D-8662-9D209C9EB15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99177A-2807-46F9-860A-C7611B4D6A8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C0A165-E460-4AAF-9FFA-46E44F4E46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2040AB-5746-4111-A488-4E98BFA237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C76E4-12B9-4F43-AF51-3986CCA9927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FD30B-895A-4AF2-AE09-B4A62D89DCD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630E0-BCA3-4404-B8EC-237505EF631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685800"/>
            <a:ext cx="2135187" cy="5181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85800"/>
            <a:ext cx="6256338" cy="5181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CCACC-D8C8-4D43-85D5-D752EED8C07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01625" y="685800"/>
            <a:ext cx="8543925" cy="5181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0E890A-976C-42A5-A759-9BF3BCBD652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3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7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1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3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5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6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7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9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0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2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4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5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6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7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8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9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0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41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3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427050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427051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D320F5-C59C-4C42-AB27-33A15A3FAFC5}" type="datetimeFigureOut">
              <a:rPr lang="zh-CN" altLang="en-US"/>
            </a:fld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843AC-EC8A-47C7-AE7F-03026E84ADB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B6F900-B1E6-40ED-ADB9-C914DBF0E308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3F776-F1B1-4D49-8823-A461AF5F6AA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BBEAF0-89BE-43E9-9418-F8DF1BD907A7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E32C8-B6A4-4B27-8A59-718761621EB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F824E-36E1-40CC-8ADB-C72B28CBCAF1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3C801-51D2-4563-9A0D-160CE1645E13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F30A01-70E8-4349-8383-99A06AE79334}" type="datetimeFigureOut">
              <a:rPr lang="zh-CN" altLang="en-US"/>
            </a:fld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7C7C5-38B1-4689-88BC-1D779FAFB4E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A8A10-8E5B-4F56-A3A2-EDF406C1BEF1}" type="datetimeFigureOut">
              <a:rPr lang="zh-CN" altLang="en-US"/>
            </a:fld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41D9FA-B9A4-4816-B4F3-99A5AFDE9D4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91145C-EFB1-455D-90AB-F2DAB277A5CB}" type="datetimeFigureOut">
              <a:rPr lang="zh-CN" altLang="en-US"/>
            </a:fld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4BEA6-FA72-4FFA-8978-A138FEF060A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3D62A-0A11-4D38-A4DA-F61679D7327D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5282-1B77-49B3-B411-070ED83F318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D4CFA9-AD6D-4E2B-919F-370E8123AA47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68AAF2-841D-448D-A617-70EDE0C6675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5E0DA8-B068-483D-88CD-398DD7895D80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00EF7-FF7C-461A-A07E-D72CB22BAE5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00D3A3-4D8E-440E-AC29-4885218BB73E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EE5B7-3534-4976-BC17-C03F57D7BE6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85800"/>
            <a:ext cx="85407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4800" y="1981200"/>
            <a:ext cx="85407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019800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67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019800"/>
            <a:ext cx="2289175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330F0EE5-09C0-453D-9C30-AE90C8ECFEC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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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425987" name="Freeform 3"/>
            <p:cNvSpPr/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5988" name="Freeform 4"/>
            <p:cNvSpPr/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5989" name="Freeform 5"/>
            <p:cNvSpPr/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59" name="Freeform 6"/>
            <p:cNvSpPr/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10 w 1722"/>
                <a:gd name="T1" fmla="*/ 60 h 66"/>
                <a:gd name="T2" fmla="*/ 1710 w 1722"/>
                <a:gd name="T3" fmla="*/ 54 h 66"/>
                <a:gd name="T4" fmla="*/ 0 w 1722"/>
                <a:gd name="T5" fmla="*/ 0 h 66"/>
                <a:gd name="T6" fmla="*/ 0 w 1722"/>
                <a:gd name="T7" fmla="*/ 42 h 66"/>
                <a:gd name="T8" fmla="*/ 1710 w 1722"/>
                <a:gd name="T9" fmla="*/ 60 h 66"/>
                <a:gd name="T10" fmla="*/ 1710 w 1722"/>
                <a:gd name="T11" fmla="*/ 6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991" name="Freeform 7"/>
            <p:cNvSpPr/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61" name="Freeform 8"/>
            <p:cNvSpPr/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69 w 975"/>
                <a:gd name="T1" fmla="*/ 48 h 101"/>
                <a:gd name="T2" fmla="*/ 969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69 w 975"/>
                <a:gd name="T9" fmla="*/ 48 h 101"/>
                <a:gd name="T10" fmla="*/ 969 w 975"/>
                <a:gd name="T11" fmla="*/ 48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2" name="Freeform 9"/>
            <p:cNvSpPr/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29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29 w 2141"/>
                <a:gd name="T7" fmla="*/ 0 h 198"/>
                <a:gd name="T8" fmla="*/ 2129 w 2141"/>
                <a:gd name="T9" fmla="*/ 0 h 1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994" name="Freeform 10"/>
            <p:cNvSpPr/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64" name="Freeform 11"/>
            <p:cNvSpPr/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64 w 2517"/>
                <a:gd name="T1" fmla="*/ 276 h 276"/>
                <a:gd name="T2" fmla="*/ 2499 w 2517"/>
                <a:gd name="T3" fmla="*/ 204 h 276"/>
                <a:gd name="T4" fmla="*/ 2242 w 2517"/>
                <a:gd name="T5" fmla="*/ 0 h 276"/>
                <a:gd name="T6" fmla="*/ 0 w 2517"/>
                <a:gd name="T7" fmla="*/ 276 h 276"/>
                <a:gd name="T8" fmla="*/ 2164 w 2517"/>
                <a:gd name="T9" fmla="*/ 276 h 276"/>
                <a:gd name="T10" fmla="*/ 2164 w 2517"/>
                <a:gd name="T11" fmla="*/ 276 h 2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996" name="Freeform 12"/>
            <p:cNvSpPr/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66" name="Freeform 13"/>
            <p:cNvSpPr/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3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3 w 729"/>
                <a:gd name="T7" fmla="*/ 240 h 240"/>
                <a:gd name="T8" fmla="*/ 723 w 729"/>
                <a:gd name="T9" fmla="*/ 240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5998" name="Freeform 14"/>
            <p:cNvSpPr/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68" name="Freeform 15"/>
            <p:cNvSpPr/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3 w 729"/>
                <a:gd name="T1" fmla="*/ 318 h 318"/>
                <a:gd name="T2" fmla="*/ 723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3 w 729"/>
                <a:gd name="T9" fmla="*/ 318 h 318"/>
                <a:gd name="T10" fmla="*/ 723 w 729"/>
                <a:gd name="T11" fmla="*/ 318 h 3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00" name="Freeform 16"/>
            <p:cNvSpPr/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01" name="Freeform 17"/>
            <p:cNvSpPr/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02" name="Freeform 18"/>
            <p:cNvSpPr/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72" name="Freeform 19"/>
            <p:cNvSpPr/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04" name="Freeform 20"/>
            <p:cNvSpPr/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74" name="Freeform 21"/>
            <p:cNvSpPr/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06" name="Freeform 22"/>
            <p:cNvSpPr/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07" name="Freeform 23"/>
            <p:cNvSpPr/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08" name="Freeform 24"/>
            <p:cNvSpPr/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78" name="Freeform 25"/>
            <p:cNvSpPr/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10" name="Freeform 26"/>
            <p:cNvSpPr/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11" name="Freeform 27"/>
            <p:cNvSpPr/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81" name="Freeform 28"/>
            <p:cNvSpPr/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06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13" name="Freeform 29"/>
            <p:cNvSpPr/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083" name="Freeform 30"/>
            <p:cNvSpPr/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6015" name="Freeform 31"/>
            <p:cNvSpPr/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16" name="Freeform 32"/>
            <p:cNvSpPr/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17" name="Freeform 33"/>
            <p:cNvSpPr/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18" name="Freeform 34"/>
            <p:cNvSpPr/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19" name="Freeform 35"/>
            <p:cNvSpPr/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20" name="Freeform 36"/>
            <p:cNvSpPr/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21" name="Freeform 37"/>
            <p:cNvSpPr/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426022" name="Freeform 38"/>
            <p:cNvSpPr/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2092" name="Group 39"/>
            <p:cNvGrpSpPr/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6024" name="Freeform 40"/>
              <p:cNvSpPr/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426025" name="Freeform 41"/>
              <p:cNvSpPr/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426026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26027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26028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4F81AC97-E86F-4C1E-AEF0-B33BD4B4AB00}" type="datetimeFigureOut">
              <a:rPr lang="zh-CN" altLang="en-US"/>
            </a:fld>
            <a:endParaRPr lang="en-US" altLang="zh-CN"/>
          </a:p>
        </p:txBody>
      </p:sp>
      <p:sp>
        <p:nvSpPr>
          <p:cNvPr id="426029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26030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2FF057FD-D6F3-4870-93CE-4D9FAC01D476}" type="slidenum">
              <a:rPr lang="zh-CN" altLang="en-US"/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2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3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4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image" Target="../media/image10.wmf"/><Relationship Id="rId7" Type="http://schemas.openxmlformats.org/officeDocument/2006/relationships/oleObject" Target="../embeddings/oleObject6.bin"/><Relationship Id="rId6" Type="http://schemas.openxmlformats.org/officeDocument/2006/relationships/image" Target="../media/image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2.wmf"/><Relationship Id="rId11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emf"/><Relationship Id="rId8" Type="http://schemas.openxmlformats.org/officeDocument/2006/relationships/oleObject" Target="../embeddings/oleObject11.bin"/><Relationship Id="rId7" Type="http://schemas.openxmlformats.org/officeDocument/2006/relationships/image" Target="../media/image14.e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9" Type="http://schemas.openxmlformats.org/officeDocument/2006/relationships/vmlDrawing" Target="../drawings/vmlDrawing3.vml"/><Relationship Id="rId18" Type="http://schemas.openxmlformats.org/officeDocument/2006/relationships/slideLayout" Target="../slideLayouts/slideLayout19.xml"/><Relationship Id="rId17" Type="http://schemas.openxmlformats.org/officeDocument/2006/relationships/image" Target="../media/image19.emf"/><Relationship Id="rId16" Type="http://schemas.openxmlformats.org/officeDocument/2006/relationships/oleObject" Target="../embeddings/oleObject15.bin"/><Relationship Id="rId15" Type="http://schemas.openxmlformats.org/officeDocument/2006/relationships/image" Target="../media/image18.emf"/><Relationship Id="rId14" Type="http://schemas.openxmlformats.org/officeDocument/2006/relationships/oleObject" Target="../embeddings/oleObject14.bin"/><Relationship Id="rId13" Type="http://schemas.openxmlformats.org/officeDocument/2006/relationships/image" Target="../media/image17.emf"/><Relationship Id="rId12" Type="http://schemas.openxmlformats.org/officeDocument/2006/relationships/oleObject" Target="../embeddings/oleObject13.bin"/><Relationship Id="rId11" Type="http://schemas.openxmlformats.org/officeDocument/2006/relationships/image" Target="../media/image16.emf"/><Relationship Id="rId10" Type="http://schemas.openxmlformats.org/officeDocument/2006/relationships/oleObject" Target="../embeddings/oleObject12.bin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emf"/><Relationship Id="rId8" Type="http://schemas.openxmlformats.org/officeDocument/2006/relationships/oleObject" Target="../embeddings/oleObject18.bin"/><Relationship Id="rId7" Type="http://schemas.openxmlformats.org/officeDocument/2006/relationships/image" Target="../media/image21.emf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6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vmlDrawing" Target="../drawings/vmlDrawing4.vml"/><Relationship Id="rId12" Type="http://schemas.openxmlformats.org/officeDocument/2006/relationships/slideLayout" Target="../slideLayouts/slideLayout19.xml"/><Relationship Id="rId11" Type="http://schemas.openxmlformats.org/officeDocument/2006/relationships/image" Target="../media/image23.emf"/><Relationship Id="rId10" Type="http://schemas.openxmlformats.org/officeDocument/2006/relationships/oleObject" Target="../embeddings/oleObject19.bin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emf"/><Relationship Id="rId8" Type="http://schemas.openxmlformats.org/officeDocument/2006/relationships/oleObject" Target="../embeddings/oleObject22.bin"/><Relationship Id="rId7" Type="http://schemas.openxmlformats.org/officeDocument/2006/relationships/image" Target="../media/image25.emf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vmlDrawing" Target="../drawings/vmlDrawing5.vml"/><Relationship Id="rId12" Type="http://schemas.openxmlformats.org/officeDocument/2006/relationships/slideLayout" Target="../slideLayouts/slideLayout19.xml"/><Relationship Id="rId11" Type="http://schemas.openxmlformats.org/officeDocument/2006/relationships/image" Target="../media/image27.emf"/><Relationship Id="rId10" Type="http://schemas.openxmlformats.org/officeDocument/2006/relationships/oleObject" Target="../embeddings/oleObject23.bin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emf"/><Relationship Id="rId8" Type="http://schemas.openxmlformats.org/officeDocument/2006/relationships/oleObject" Target="../embeddings/oleObject26.bin"/><Relationship Id="rId7" Type="http://schemas.openxmlformats.org/officeDocument/2006/relationships/image" Target="../media/image29.emf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8.emf"/><Relationship Id="rId4" Type="http://schemas.openxmlformats.org/officeDocument/2006/relationships/oleObject" Target="../embeddings/oleObject24.bin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7" Type="http://schemas.openxmlformats.org/officeDocument/2006/relationships/vmlDrawing" Target="../drawings/vmlDrawing6.vml"/><Relationship Id="rId16" Type="http://schemas.openxmlformats.org/officeDocument/2006/relationships/slideLayout" Target="../slideLayouts/slideLayout19.xml"/><Relationship Id="rId15" Type="http://schemas.openxmlformats.org/officeDocument/2006/relationships/image" Target="../media/image33.emf"/><Relationship Id="rId14" Type="http://schemas.openxmlformats.org/officeDocument/2006/relationships/oleObject" Target="../embeddings/oleObject29.bin"/><Relationship Id="rId13" Type="http://schemas.openxmlformats.org/officeDocument/2006/relationships/image" Target="../media/image32.emf"/><Relationship Id="rId12" Type="http://schemas.openxmlformats.org/officeDocument/2006/relationships/oleObject" Target="../embeddings/oleObject28.bin"/><Relationship Id="rId11" Type="http://schemas.openxmlformats.org/officeDocument/2006/relationships/image" Target="../media/image31.emf"/><Relationship Id="rId10" Type="http://schemas.openxmlformats.org/officeDocument/2006/relationships/oleObject" Target="../embeddings/oleObject27.bin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image" Target="../media/image1.png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31.bin"/><Relationship Id="rId23" Type="http://schemas.openxmlformats.org/officeDocument/2006/relationships/vmlDrawing" Target="../drawings/vmlDrawing7.vml"/><Relationship Id="rId22" Type="http://schemas.openxmlformats.org/officeDocument/2006/relationships/slideLayout" Target="../slideLayouts/slideLayout19.xml"/><Relationship Id="rId21" Type="http://schemas.openxmlformats.org/officeDocument/2006/relationships/image" Target="../media/image42.emf"/><Relationship Id="rId20" Type="http://schemas.openxmlformats.org/officeDocument/2006/relationships/oleObject" Target="../embeddings/oleObject38.bin"/><Relationship Id="rId2" Type="http://schemas.openxmlformats.org/officeDocument/2006/relationships/image" Target="../media/image34.emf"/><Relationship Id="rId19" Type="http://schemas.openxmlformats.org/officeDocument/2006/relationships/image" Target="../media/image41.emf"/><Relationship Id="rId18" Type="http://schemas.openxmlformats.org/officeDocument/2006/relationships/oleObject" Target="../embeddings/oleObject37.bin"/><Relationship Id="rId17" Type="http://schemas.openxmlformats.org/officeDocument/2006/relationships/image" Target="../media/image40.emf"/><Relationship Id="rId16" Type="http://schemas.openxmlformats.org/officeDocument/2006/relationships/oleObject" Target="../embeddings/oleObject36.bin"/><Relationship Id="rId15" Type="http://schemas.openxmlformats.org/officeDocument/2006/relationships/image" Target="../media/image39.emf"/><Relationship Id="rId14" Type="http://schemas.openxmlformats.org/officeDocument/2006/relationships/oleObject" Target="../embeddings/oleObject35.bin"/><Relationship Id="rId13" Type="http://schemas.openxmlformats.org/officeDocument/2006/relationships/image" Target="../media/image38.emf"/><Relationship Id="rId12" Type="http://schemas.openxmlformats.org/officeDocument/2006/relationships/oleObject" Target="../embeddings/oleObject34.bin"/><Relationship Id="rId11" Type="http://schemas.openxmlformats.org/officeDocument/2006/relationships/image" Target="../media/image37.emf"/><Relationship Id="rId10" Type="http://schemas.openxmlformats.org/officeDocument/2006/relationships/oleObject" Target="../embeddings/oleObject33.bin"/><Relationship Id="rId1" Type="http://schemas.openxmlformats.org/officeDocument/2006/relationships/oleObject" Target="../embeddings/oleObject30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3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43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47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5.e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52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45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7.emf"/><Relationship Id="rId3" Type="http://schemas.openxmlformats.org/officeDocument/2006/relationships/oleObject" Target="../embeddings/oleObject50.bin"/><Relationship Id="rId20" Type="http://schemas.openxmlformats.org/officeDocument/2006/relationships/vmlDrawing" Target="../drawings/vmlDrawing11.vml"/><Relationship Id="rId2" Type="http://schemas.openxmlformats.org/officeDocument/2006/relationships/image" Target="../media/image56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64.e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63.e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62.e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61.e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60.emf"/><Relationship Id="rId1" Type="http://schemas.openxmlformats.org/officeDocument/2006/relationships/oleObject" Target="../embeddings/oleObject49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2.bin"/><Relationship Id="rId8" Type="http://schemas.openxmlformats.org/officeDocument/2006/relationships/image" Target="../media/image68.emf"/><Relationship Id="rId7" Type="http://schemas.openxmlformats.org/officeDocument/2006/relationships/oleObject" Target="../embeddings/oleObject61.bin"/><Relationship Id="rId6" Type="http://schemas.openxmlformats.org/officeDocument/2006/relationships/image" Target="../media/image67.e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6.emf"/><Relationship Id="rId34" Type="http://schemas.openxmlformats.org/officeDocument/2006/relationships/vmlDrawing" Target="../drawings/vmlDrawing12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80.emf"/><Relationship Id="rId31" Type="http://schemas.openxmlformats.org/officeDocument/2006/relationships/oleObject" Target="../embeddings/oleObject73.bin"/><Relationship Id="rId30" Type="http://schemas.openxmlformats.org/officeDocument/2006/relationships/image" Target="../media/image79.emf"/><Relationship Id="rId3" Type="http://schemas.openxmlformats.org/officeDocument/2006/relationships/oleObject" Target="../embeddings/oleObject59.bin"/><Relationship Id="rId29" Type="http://schemas.openxmlformats.org/officeDocument/2006/relationships/oleObject" Target="../embeddings/oleObject72.bin"/><Relationship Id="rId28" Type="http://schemas.openxmlformats.org/officeDocument/2006/relationships/image" Target="../media/image78.emf"/><Relationship Id="rId27" Type="http://schemas.openxmlformats.org/officeDocument/2006/relationships/oleObject" Target="../embeddings/oleObject71.bin"/><Relationship Id="rId26" Type="http://schemas.openxmlformats.org/officeDocument/2006/relationships/image" Target="../media/image77.emf"/><Relationship Id="rId25" Type="http://schemas.openxmlformats.org/officeDocument/2006/relationships/oleObject" Target="../embeddings/oleObject70.bin"/><Relationship Id="rId24" Type="http://schemas.openxmlformats.org/officeDocument/2006/relationships/image" Target="../media/image76.emf"/><Relationship Id="rId23" Type="http://schemas.openxmlformats.org/officeDocument/2006/relationships/oleObject" Target="../embeddings/oleObject69.bin"/><Relationship Id="rId22" Type="http://schemas.openxmlformats.org/officeDocument/2006/relationships/image" Target="../media/image75.emf"/><Relationship Id="rId21" Type="http://schemas.openxmlformats.org/officeDocument/2006/relationships/oleObject" Target="../embeddings/oleObject68.bin"/><Relationship Id="rId20" Type="http://schemas.openxmlformats.org/officeDocument/2006/relationships/image" Target="../media/image74.emf"/><Relationship Id="rId2" Type="http://schemas.openxmlformats.org/officeDocument/2006/relationships/image" Target="../media/image65.emf"/><Relationship Id="rId19" Type="http://schemas.openxmlformats.org/officeDocument/2006/relationships/oleObject" Target="../embeddings/oleObject67.bin"/><Relationship Id="rId18" Type="http://schemas.openxmlformats.org/officeDocument/2006/relationships/image" Target="../media/image73.emf"/><Relationship Id="rId17" Type="http://schemas.openxmlformats.org/officeDocument/2006/relationships/oleObject" Target="../embeddings/oleObject66.bin"/><Relationship Id="rId16" Type="http://schemas.openxmlformats.org/officeDocument/2006/relationships/image" Target="../media/image72.emf"/><Relationship Id="rId15" Type="http://schemas.openxmlformats.org/officeDocument/2006/relationships/oleObject" Target="../embeddings/oleObject65.bin"/><Relationship Id="rId14" Type="http://schemas.openxmlformats.org/officeDocument/2006/relationships/image" Target="../media/image71.emf"/><Relationship Id="rId13" Type="http://schemas.openxmlformats.org/officeDocument/2006/relationships/oleObject" Target="../embeddings/oleObject64.bin"/><Relationship Id="rId12" Type="http://schemas.openxmlformats.org/officeDocument/2006/relationships/image" Target="../media/image70.emf"/><Relationship Id="rId11" Type="http://schemas.openxmlformats.org/officeDocument/2006/relationships/oleObject" Target="../embeddings/oleObject63.bin"/><Relationship Id="rId10" Type="http://schemas.openxmlformats.org/officeDocument/2006/relationships/image" Target="../media/image69.emf"/><Relationship Id="rId1" Type="http://schemas.openxmlformats.org/officeDocument/2006/relationships/oleObject" Target="../embeddings/oleObject58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4.e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83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2.emf"/><Relationship Id="rId3" Type="http://schemas.openxmlformats.org/officeDocument/2006/relationships/oleObject" Target="../embeddings/oleObject75.bin"/><Relationship Id="rId24" Type="http://schemas.openxmlformats.org/officeDocument/2006/relationships/vmlDrawing" Target="../drawings/vmlDrawing13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1.e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90.emf"/><Relationship Id="rId2" Type="http://schemas.openxmlformats.org/officeDocument/2006/relationships/image" Target="../media/image81.e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89.e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88.e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87.e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86.e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85.emf"/><Relationship Id="rId1" Type="http://schemas.openxmlformats.org/officeDocument/2006/relationships/oleObject" Target="../embeddings/oleObject7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9.bin"/><Relationship Id="rId8" Type="http://schemas.openxmlformats.org/officeDocument/2006/relationships/image" Target="../media/image95.emf"/><Relationship Id="rId7" Type="http://schemas.openxmlformats.org/officeDocument/2006/relationships/oleObject" Target="../embeddings/oleObject88.bin"/><Relationship Id="rId6" Type="http://schemas.openxmlformats.org/officeDocument/2006/relationships/image" Target="../media/image94.emf"/><Relationship Id="rId5" Type="http://schemas.openxmlformats.org/officeDocument/2006/relationships/oleObject" Target="../embeddings/oleObject87.bin"/><Relationship Id="rId44" Type="http://schemas.openxmlformats.org/officeDocument/2006/relationships/vmlDrawing" Target="../drawings/vmlDrawing14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112.emf"/><Relationship Id="rId41" Type="http://schemas.openxmlformats.org/officeDocument/2006/relationships/oleObject" Target="../embeddings/oleObject105.bin"/><Relationship Id="rId40" Type="http://schemas.openxmlformats.org/officeDocument/2006/relationships/image" Target="../media/image111.emf"/><Relationship Id="rId4" Type="http://schemas.openxmlformats.org/officeDocument/2006/relationships/image" Target="../media/image93.emf"/><Relationship Id="rId39" Type="http://schemas.openxmlformats.org/officeDocument/2006/relationships/oleObject" Target="../embeddings/oleObject104.bin"/><Relationship Id="rId38" Type="http://schemas.openxmlformats.org/officeDocument/2006/relationships/image" Target="../media/image110.emf"/><Relationship Id="rId37" Type="http://schemas.openxmlformats.org/officeDocument/2006/relationships/oleObject" Target="../embeddings/oleObject103.bin"/><Relationship Id="rId36" Type="http://schemas.openxmlformats.org/officeDocument/2006/relationships/image" Target="../media/image109.emf"/><Relationship Id="rId35" Type="http://schemas.openxmlformats.org/officeDocument/2006/relationships/oleObject" Target="../embeddings/oleObject102.bin"/><Relationship Id="rId34" Type="http://schemas.openxmlformats.org/officeDocument/2006/relationships/image" Target="../media/image108.emf"/><Relationship Id="rId33" Type="http://schemas.openxmlformats.org/officeDocument/2006/relationships/oleObject" Target="../embeddings/oleObject101.bin"/><Relationship Id="rId32" Type="http://schemas.openxmlformats.org/officeDocument/2006/relationships/image" Target="../media/image107.emf"/><Relationship Id="rId31" Type="http://schemas.openxmlformats.org/officeDocument/2006/relationships/oleObject" Target="../embeddings/oleObject100.bin"/><Relationship Id="rId30" Type="http://schemas.openxmlformats.org/officeDocument/2006/relationships/image" Target="../media/image106.emf"/><Relationship Id="rId3" Type="http://schemas.openxmlformats.org/officeDocument/2006/relationships/oleObject" Target="../embeddings/oleObject86.bin"/><Relationship Id="rId29" Type="http://schemas.openxmlformats.org/officeDocument/2006/relationships/oleObject" Target="../embeddings/oleObject99.bin"/><Relationship Id="rId28" Type="http://schemas.openxmlformats.org/officeDocument/2006/relationships/image" Target="../media/image105.emf"/><Relationship Id="rId27" Type="http://schemas.openxmlformats.org/officeDocument/2006/relationships/oleObject" Target="../embeddings/oleObject98.bin"/><Relationship Id="rId26" Type="http://schemas.openxmlformats.org/officeDocument/2006/relationships/image" Target="../media/image104.emf"/><Relationship Id="rId25" Type="http://schemas.openxmlformats.org/officeDocument/2006/relationships/oleObject" Target="../embeddings/oleObject97.bin"/><Relationship Id="rId24" Type="http://schemas.openxmlformats.org/officeDocument/2006/relationships/image" Target="../media/image103.emf"/><Relationship Id="rId23" Type="http://schemas.openxmlformats.org/officeDocument/2006/relationships/oleObject" Target="../embeddings/oleObject96.bin"/><Relationship Id="rId22" Type="http://schemas.openxmlformats.org/officeDocument/2006/relationships/image" Target="../media/image102.emf"/><Relationship Id="rId21" Type="http://schemas.openxmlformats.org/officeDocument/2006/relationships/oleObject" Target="../embeddings/oleObject95.bin"/><Relationship Id="rId20" Type="http://schemas.openxmlformats.org/officeDocument/2006/relationships/image" Target="../media/image101.emf"/><Relationship Id="rId2" Type="http://schemas.openxmlformats.org/officeDocument/2006/relationships/image" Target="../media/image92.emf"/><Relationship Id="rId19" Type="http://schemas.openxmlformats.org/officeDocument/2006/relationships/oleObject" Target="../embeddings/oleObject94.bin"/><Relationship Id="rId18" Type="http://schemas.openxmlformats.org/officeDocument/2006/relationships/image" Target="../media/image100.emf"/><Relationship Id="rId17" Type="http://schemas.openxmlformats.org/officeDocument/2006/relationships/oleObject" Target="../embeddings/oleObject93.bin"/><Relationship Id="rId16" Type="http://schemas.openxmlformats.org/officeDocument/2006/relationships/image" Target="../media/image99.emf"/><Relationship Id="rId15" Type="http://schemas.openxmlformats.org/officeDocument/2006/relationships/oleObject" Target="../embeddings/oleObject92.bin"/><Relationship Id="rId14" Type="http://schemas.openxmlformats.org/officeDocument/2006/relationships/image" Target="../media/image98.emf"/><Relationship Id="rId13" Type="http://schemas.openxmlformats.org/officeDocument/2006/relationships/oleObject" Target="../embeddings/oleObject91.bin"/><Relationship Id="rId12" Type="http://schemas.openxmlformats.org/officeDocument/2006/relationships/image" Target="../media/image97.emf"/><Relationship Id="rId11" Type="http://schemas.openxmlformats.org/officeDocument/2006/relationships/oleObject" Target="../embeddings/oleObject90.bin"/><Relationship Id="rId10" Type="http://schemas.openxmlformats.org/officeDocument/2006/relationships/image" Target="../media/image96.emf"/><Relationship Id="rId1" Type="http://schemas.openxmlformats.org/officeDocument/2006/relationships/oleObject" Target="../embeddings/oleObject85.bin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0.bin"/><Relationship Id="rId8" Type="http://schemas.openxmlformats.org/officeDocument/2006/relationships/image" Target="../media/image116.emf"/><Relationship Id="rId7" Type="http://schemas.openxmlformats.org/officeDocument/2006/relationships/oleObject" Target="../embeddings/oleObject109.bin"/><Relationship Id="rId6" Type="http://schemas.openxmlformats.org/officeDocument/2006/relationships/image" Target="../media/image115.e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114.emf"/><Relationship Id="rId3" Type="http://schemas.openxmlformats.org/officeDocument/2006/relationships/oleObject" Target="../embeddings/oleObject107.bin"/><Relationship Id="rId28" Type="http://schemas.openxmlformats.org/officeDocument/2006/relationships/vmlDrawing" Target="../drawings/vmlDrawing15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25.emf"/><Relationship Id="rId25" Type="http://schemas.openxmlformats.org/officeDocument/2006/relationships/oleObject" Target="../embeddings/oleObject118.bin"/><Relationship Id="rId24" Type="http://schemas.openxmlformats.org/officeDocument/2006/relationships/image" Target="../media/image124.emf"/><Relationship Id="rId23" Type="http://schemas.openxmlformats.org/officeDocument/2006/relationships/oleObject" Target="../embeddings/oleObject117.bin"/><Relationship Id="rId22" Type="http://schemas.openxmlformats.org/officeDocument/2006/relationships/image" Target="../media/image123.emf"/><Relationship Id="rId21" Type="http://schemas.openxmlformats.org/officeDocument/2006/relationships/oleObject" Target="../embeddings/oleObject116.bin"/><Relationship Id="rId20" Type="http://schemas.openxmlformats.org/officeDocument/2006/relationships/image" Target="../media/image122.emf"/><Relationship Id="rId2" Type="http://schemas.openxmlformats.org/officeDocument/2006/relationships/image" Target="../media/image113.emf"/><Relationship Id="rId19" Type="http://schemas.openxmlformats.org/officeDocument/2006/relationships/oleObject" Target="../embeddings/oleObject115.bin"/><Relationship Id="rId18" Type="http://schemas.openxmlformats.org/officeDocument/2006/relationships/image" Target="../media/image121.wmf"/><Relationship Id="rId17" Type="http://schemas.openxmlformats.org/officeDocument/2006/relationships/oleObject" Target="../embeddings/oleObject114.bin"/><Relationship Id="rId16" Type="http://schemas.openxmlformats.org/officeDocument/2006/relationships/image" Target="../media/image120.emf"/><Relationship Id="rId15" Type="http://schemas.openxmlformats.org/officeDocument/2006/relationships/oleObject" Target="../embeddings/oleObject113.bin"/><Relationship Id="rId14" Type="http://schemas.openxmlformats.org/officeDocument/2006/relationships/image" Target="../media/image119.emf"/><Relationship Id="rId13" Type="http://schemas.openxmlformats.org/officeDocument/2006/relationships/oleObject" Target="../embeddings/oleObject112.bin"/><Relationship Id="rId12" Type="http://schemas.openxmlformats.org/officeDocument/2006/relationships/image" Target="../media/image118.emf"/><Relationship Id="rId11" Type="http://schemas.openxmlformats.org/officeDocument/2006/relationships/oleObject" Target="../embeddings/oleObject111.bin"/><Relationship Id="rId10" Type="http://schemas.openxmlformats.org/officeDocument/2006/relationships/image" Target="../media/image117.emf"/><Relationship Id="rId1" Type="http://schemas.openxmlformats.org/officeDocument/2006/relationships/oleObject" Target="../embeddings/oleObject10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28.e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7.emf"/><Relationship Id="rId3" Type="http://schemas.openxmlformats.org/officeDocument/2006/relationships/oleObject" Target="../embeddings/Document2.doc"/><Relationship Id="rId2" Type="http://schemas.openxmlformats.org/officeDocument/2006/relationships/image" Target="../media/image126.emf"/><Relationship Id="rId1" Type="http://schemas.openxmlformats.org/officeDocument/2006/relationships/oleObject" Target="../embeddings/Document1.doc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32.e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31.e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30.emf"/><Relationship Id="rId3" Type="http://schemas.openxmlformats.org/officeDocument/2006/relationships/oleObject" Target="../embeddings/oleObject121.bin"/><Relationship Id="rId2" Type="http://schemas.openxmlformats.org/officeDocument/2006/relationships/image" Target="../media/image129.emf"/><Relationship Id="rId18" Type="http://schemas.openxmlformats.org/officeDocument/2006/relationships/vmlDrawing" Target="../drawings/vmlDrawing17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36.e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35.e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34.e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33.emf"/><Relationship Id="rId1" Type="http://schemas.openxmlformats.org/officeDocument/2006/relationships/oleObject" Target="../embeddings/oleObject12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2.bin"/><Relationship Id="rId8" Type="http://schemas.openxmlformats.org/officeDocument/2006/relationships/image" Target="../media/image140.emf"/><Relationship Id="rId7" Type="http://schemas.openxmlformats.org/officeDocument/2006/relationships/oleObject" Target="../embeddings/oleObject131.bin"/><Relationship Id="rId6" Type="http://schemas.openxmlformats.org/officeDocument/2006/relationships/image" Target="../media/image139.e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8.emf"/><Relationship Id="rId3" Type="http://schemas.openxmlformats.org/officeDocument/2006/relationships/oleObject" Target="../embeddings/oleObject129.bin"/><Relationship Id="rId26" Type="http://schemas.openxmlformats.org/officeDocument/2006/relationships/vmlDrawing" Target="../drawings/vmlDrawing18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48.emf"/><Relationship Id="rId23" Type="http://schemas.openxmlformats.org/officeDocument/2006/relationships/oleObject" Target="../embeddings/oleObject139.bin"/><Relationship Id="rId22" Type="http://schemas.openxmlformats.org/officeDocument/2006/relationships/image" Target="../media/image147.emf"/><Relationship Id="rId21" Type="http://schemas.openxmlformats.org/officeDocument/2006/relationships/oleObject" Target="../embeddings/oleObject138.bin"/><Relationship Id="rId20" Type="http://schemas.openxmlformats.org/officeDocument/2006/relationships/image" Target="../media/image146.emf"/><Relationship Id="rId2" Type="http://schemas.openxmlformats.org/officeDocument/2006/relationships/image" Target="../media/image137.emf"/><Relationship Id="rId19" Type="http://schemas.openxmlformats.org/officeDocument/2006/relationships/oleObject" Target="../embeddings/oleObject137.bin"/><Relationship Id="rId18" Type="http://schemas.openxmlformats.org/officeDocument/2006/relationships/image" Target="../media/image145.emf"/><Relationship Id="rId17" Type="http://schemas.openxmlformats.org/officeDocument/2006/relationships/oleObject" Target="../embeddings/oleObject136.bin"/><Relationship Id="rId16" Type="http://schemas.openxmlformats.org/officeDocument/2006/relationships/image" Target="../media/image144.emf"/><Relationship Id="rId15" Type="http://schemas.openxmlformats.org/officeDocument/2006/relationships/oleObject" Target="../embeddings/oleObject135.bin"/><Relationship Id="rId14" Type="http://schemas.openxmlformats.org/officeDocument/2006/relationships/image" Target="../media/image143.emf"/><Relationship Id="rId13" Type="http://schemas.openxmlformats.org/officeDocument/2006/relationships/oleObject" Target="../embeddings/oleObject134.bin"/><Relationship Id="rId12" Type="http://schemas.openxmlformats.org/officeDocument/2006/relationships/image" Target="../media/image142.emf"/><Relationship Id="rId11" Type="http://schemas.openxmlformats.org/officeDocument/2006/relationships/oleObject" Target="../embeddings/oleObject133.bin"/><Relationship Id="rId10" Type="http://schemas.openxmlformats.org/officeDocument/2006/relationships/image" Target="../media/image141.emf"/><Relationship Id="rId1" Type="http://schemas.openxmlformats.org/officeDocument/2006/relationships/oleObject" Target="../embeddings/oleObject128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0.emf"/><Relationship Id="rId3" Type="http://schemas.openxmlformats.org/officeDocument/2006/relationships/oleObject" Target="../embeddings/oleObject141.bin"/><Relationship Id="rId2" Type="http://schemas.openxmlformats.org/officeDocument/2006/relationships/image" Target="../media/image149.emf"/><Relationship Id="rId1" Type="http://schemas.openxmlformats.org/officeDocument/2006/relationships/oleObject" Target="../embeddings/oleObject140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6.bin"/><Relationship Id="rId8" Type="http://schemas.openxmlformats.org/officeDocument/2006/relationships/image" Target="../media/image154.emf"/><Relationship Id="rId7" Type="http://schemas.openxmlformats.org/officeDocument/2006/relationships/oleObject" Target="../embeddings/oleObject145.bin"/><Relationship Id="rId6" Type="http://schemas.openxmlformats.org/officeDocument/2006/relationships/image" Target="../media/image153.emf"/><Relationship Id="rId5" Type="http://schemas.openxmlformats.org/officeDocument/2006/relationships/oleObject" Target="../embeddings/oleObject144.bin"/><Relationship Id="rId4" Type="http://schemas.openxmlformats.org/officeDocument/2006/relationships/image" Target="../media/image152.emf"/><Relationship Id="rId30" Type="http://schemas.openxmlformats.org/officeDocument/2006/relationships/vmlDrawing" Target="../drawings/vmlDrawing20.vml"/><Relationship Id="rId3" Type="http://schemas.openxmlformats.org/officeDocument/2006/relationships/oleObject" Target="../embeddings/oleObject143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64.emf"/><Relationship Id="rId27" Type="http://schemas.openxmlformats.org/officeDocument/2006/relationships/oleObject" Target="../embeddings/oleObject155.bin"/><Relationship Id="rId26" Type="http://schemas.openxmlformats.org/officeDocument/2006/relationships/image" Target="../media/image163.emf"/><Relationship Id="rId25" Type="http://schemas.openxmlformats.org/officeDocument/2006/relationships/oleObject" Target="../embeddings/oleObject154.bin"/><Relationship Id="rId24" Type="http://schemas.openxmlformats.org/officeDocument/2006/relationships/image" Target="../media/image162.emf"/><Relationship Id="rId23" Type="http://schemas.openxmlformats.org/officeDocument/2006/relationships/oleObject" Target="../embeddings/oleObject153.bin"/><Relationship Id="rId22" Type="http://schemas.openxmlformats.org/officeDocument/2006/relationships/image" Target="../media/image161.emf"/><Relationship Id="rId21" Type="http://schemas.openxmlformats.org/officeDocument/2006/relationships/oleObject" Target="../embeddings/oleObject152.bin"/><Relationship Id="rId20" Type="http://schemas.openxmlformats.org/officeDocument/2006/relationships/image" Target="../media/image160.emf"/><Relationship Id="rId2" Type="http://schemas.openxmlformats.org/officeDocument/2006/relationships/image" Target="../media/image151.emf"/><Relationship Id="rId19" Type="http://schemas.openxmlformats.org/officeDocument/2006/relationships/oleObject" Target="../embeddings/oleObject151.bin"/><Relationship Id="rId18" Type="http://schemas.openxmlformats.org/officeDocument/2006/relationships/image" Target="../media/image159.emf"/><Relationship Id="rId17" Type="http://schemas.openxmlformats.org/officeDocument/2006/relationships/oleObject" Target="../embeddings/oleObject150.bin"/><Relationship Id="rId16" Type="http://schemas.openxmlformats.org/officeDocument/2006/relationships/image" Target="../media/image158.emf"/><Relationship Id="rId15" Type="http://schemas.openxmlformats.org/officeDocument/2006/relationships/oleObject" Target="../embeddings/oleObject149.bin"/><Relationship Id="rId14" Type="http://schemas.openxmlformats.org/officeDocument/2006/relationships/image" Target="../media/image157.emf"/><Relationship Id="rId13" Type="http://schemas.openxmlformats.org/officeDocument/2006/relationships/oleObject" Target="../embeddings/oleObject148.bin"/><Relationship Id="rId12" Type="http://schemas.openxmlformats.org/officeDocument/2006/relationships/image" Target="../media/image156.emf"/><Relationship Id="rId11" Type="http://schemas.openxmlformats.org/officeDocument/2006/relationships/oleObject" Target="../embeddings/oleObject147.bin"/><Relationship Id="rId10" Type="http://schemas.openxmlformats.org/officeDocument/2006/relationships/image" Target="../media/image155.emf"/><Relationship Id="rId1" Type="http://schemas.openxmlformats.org/officeDocument/2006/relationships/oleObject" Target="../embeddings/oleObject142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0.bin"/><Relationship Id="rId8" Type="http://schemas.openxmlformats.org/officeDocument/2006/relationships/image" Target="../media/image168.emf"/><Relationship Id="rId7" Type="http://schemas.openxmlformats.org/officeDocument/2006/relationships/oleObject" Target="../embeddings/oleObject159.bin"/><Relationship Id="rId6" Type="http://schemas.openxmlformats.org/officeDocument/2006/relationships/image" Target="../media/image167.emf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66.emf"/><Relationship Id="rId3" Type="http://schemas.openxmlformats.org/officeDocument/2006/relationships/oleObject" Target="../embeddings/oleObject157.bin"/><Relationship Id="rId2" Type="http://schemas.openxmlformats.org/officeDocument/2006/relationships/image" Target="../media/image165.e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70.wmf"/><Relationship Id="rId11" Type="http://schemas.openxmlformats.org/officeDocument/2006/relationships/oleObject" Target="../embeddings/oleObject161.bin"/><Relationship Id="rId10" Type="http://schemas.openxmlformats.org/officeDocument/2006/relationships/image" Target="../media/image169.emf"/><Relationship Id="rId1" Type="http://schemas.openxmlformats.org/officeDocument/2006/relationships/oleObject" Target="../embeddings/oleObject156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3.e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72.emf"/><Relationship Id="rId3" Type="http://schemas.openxmlformats.org/officeDocument/2006/relationships/oleObject" Target="../embeddings/oleObject163.bin"/><Relationship Id="rId2" Type="http://schemas.openxmlformats.org/officeDocument/2006/relationships/image" Target="../media/image171.emf"/><Relationship Id="rId1" Type="http://schemas.openxmlformats.org/officeDocument/2006/relationships/oleObject" Target="../embeddings/oleObject162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77.e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76.e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5.emf"/><Relationship Id="rId30" Type="http://schemas.openxmlformats.org/officeDocument/2006/relationships/vmlDrawing" Target="../drawings/vmlDrawing23.vml"/><Relationship Id="rId3" Type="http://schemas.openxmlformats.org/officeDocument/2006/relationships/oleObject" Target="../embeddings/oleObject166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87.emf"/><Relationship Id="rId27" Type="http://schemas.openxmlformats.org/officeDocument/2006/relationships/oleObject" Target="../embeddings/oleObject178.bin"/><Relationship Id="rId26" Type="http://schemas.openxmlformats.org/officeDocument/2006/relationships/image" Target="../media/image186.emf"/><Relationship Id="rId25" Type="http://schemas.openxmlformats.org/officeDocument/2006/relationships/oleObject" Target="../embeddings/oleObject177.bin"/><Relationship Id="rId24" Type="http://schemas.openxmlformats.org/officeDocument/2006/relationships/image" Target="../media/image185.emf"/><Relationship Id="rId23" Type="http://schemas.openxmlformats.org/officeDocument/2006/relationships/oleObject" Target="../embeddings/oleObject176.bin"/><Relationship Id="rId22" Type="http://schemas.openxmlformats.org/officeDocument/2006/relationships/image" Target="../media/image184.emf"/><Relationship Id="rId21" Type="http://schemas.openxmlformats.org/officeDocument/2006/relationships/oleObject" Target="../embeddings/oleObject175.bin"/><Relationship Id="rId20" Type="http://schemas.openxmlformats.org/officeDocument/2006/relationships/image" Target="../media/image183.emf"/><Relationship Id="rId2" Type="http://schemas.openxmlformats.org/officeDocument/2006/relationships/image" Target="../media/image174.emf"/><Relationship Id="rId19" Type="http://schemas.openxmlformats.org/officeDocument/2006/relationships/oleObject" Target="../embeddings/oleObject174.bin"/><Relationship Id="rId18" Type="http://schemas.openxmlformats.org/officeDocument/2006/relationships/image" Target="../media/image182.emf"/><Relationship Id="rId17" Type="http://schemas.openxmlformats.org/officeDocument/2006/relationships/oleObject" Target="../embeddings/oleObject173.bin"/><Relationship Id="rId16" Type="http://schemas.openxmlformats.org/officeDocument/2006/relationships/image" Target="../media/image181.e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80.e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79.e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78.emf"/><Relationship Id="rId1" Type="http://schemas.openxmlformats.org/officeDocument/2006/relationships/oleObject" Target="../embeddings/oleObject165.bin"/></Relationships>
</file>

<file path=ppt/slides/_rels/slide3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0.emf"/><Relationship Id="rId4" Type="http://schemas.openxmlformats.org/officeDocument/2006/relationships/oleObject" Target="../embeddings/oleObject180.bin"/><Relationship Id="rId3" Type="http://schemas.openxmlformats.org/officeDocument/2006/relationships/image" Target="../media/image189.emf"/><Relationship Id="rId2" Type="http://schemas.openxmlformats.org/officeDocument/2006/relationships/oleObject" Target="../embeddings/oleObject179.bin"/><Relationship Id="rId1" Type="http://schemas.openxmlformats.org/officeDocument/2006/relationships/image" Target="../media/image188.jpe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5.bin"/><Relationship Id="rId8" Type="http://schemas.openxmlformats.org/officeDocument/2006/relationships/image" Target="../media/image194.emf"/><Relationship Id="rId7" Type="http://schemas.openxmlformats.org/officeDocument/2006/relationships/oleObject" Target="../embeddings/oleObject184.bin"/><Relationship Id="rId6" Type="http://schemas.openxmlformats.org/officeDocument/2006/relationships/image" Target="../media/image193.e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92.emf"/><Relationship Id="rId3" Type="http://schemas.openxmlformats.org/officeDocument/2006/relationships/oleObject" Target="../embeddings/oleObject182.bin"/><Relationship Id="rId26" Type="http://schemas.openxmlformats.org/officeDocument/2006/relationships/vmlDrawing" Target="../drawings/vmlDrawing25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02.emf"/><Relationship Id="rId23" Type="http://schemas.openxmlformats.org/officeDocument/2006/relationships/oleObject" Target="../embeddings/oleObject192.bin"/><Relationship Id="rId22" Type="http://schemas.openxmlformats.org/officeDocument/2006/relationships/image" Target="../media/image201.emf"/><Relationship Id="rId21" Type="http://schemas.openxmlformats.org/officeDocument/2006/relationships/oleObject" Target="../embeddings/oleObject191.bin"/><Relationship Id="rId20" Type="http://schemas.openxmlformats.org/officeDocument/2006/relationships/image" Target="../media/image200.emf"/><Relationship Id="rId2" Type="http://schemas.openxmlformats.org/officeDocument/2006/relationships/image" Target="../media/image191.emf"/><Relationship Id="rId19" Type="http://schemas.openxmlformats.org/officeDocument/2006/relationships/oleObject" Target="../embeddings/oleObject190.bin"/><Relationship Id="rId18" Type="http://schemas.openxmlformats.org/officeDocument/2006/relationships/image" Target="../media/image199.emf"/><Relationship Id="rId17" Type="http://schemas.openxmlformats.org/officeDocument/2006/relationships/oleObject" Target="../embeddings/oleObject189.bin"/><Relationship Id="rId16" Type="http://schemas.openxmlformats.org/officeDocument/2006/relationships/image" Target="../media/image198.emf"/><Relationship Id="rId15" Type="http://schemas.openxmlformats.org/officeDocument/2006/relationships/oleObject" Target="../embeddings/oleObject188.bin"/><Relationship Id="rId14" Type="http://schemas.openxmlformats.org/officeDocument/2006/relationships/image" Target="../media/image197.emf"/><Relationship Id="rId13" Type="http://schemas.openxmlformats.org/officeDocument/2006/relationships/oleObject" Target="../embeddings/oleObject187.bin"/><Relationship Id="rId12" Type="http://schemas.openxmlformats.org/officeDocument/2006/relationships/image" Target="../media/image196.emf"/><Relationship Id="rId11" Type="http://schemas.openxmlformats.org/officeDocument/2006/relationships/oleObject" Target="../embeddings/oleObject186.bin"/><Relationship Id="rId10" Type="http://schemas.openxmlformats.org/officeDocument/2006/relationships/image" Target="../media/image195.emf"/><Relationship Id="rId1" Type="http://schemas.openxmlformats.org/officeDocument/2006/relationships/oleObject" Target="../embeddings/oleObject181.bin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audio" Target="../media/audio2.wav"/><Relationship Id="rId3" Type="http://schemas.openxmlformats.org/officeDocument/2006/relationships/slide" Target="slide14.xml"/><Relationship Id="rId2" Type="http://schemas.openxmlformats.org/officeDocument/2006/relationships/image" Target="../media/image203.GIF"/><Relationship Id="rId1" Type="http://schemas.openxmlformats.org/officeDocument/2006/relationships/slide" Target="slide5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7.bin"/><Relationship Id="rId8" Type="http://schemas.openxmlformats.org/officeDocument/2006/relationships/image" Target="../media/image207.emf"/><Relationship Id="rId7" Type="http://schemas.openxmlformats.org/officeDocument/2006/relationships/oleObject" Target="../embeddings/oleObject196.bin"/><Relationship Id="rId6" Type="http://schemas.openxmlformats.org/officeDocument/2006/relationships/image" Target="../media/image206.emf"/><Relationship Id="rId5" Type="http://schemas.openxmlformats.org/officeDocument/2006/relationships/oleObject" Target="../embeddings/oleObject195.bin"/><Relationship Id="rId4" Type="http://schemas.openxmlformats.org/officeDocument/2006/relationships/image" Target="../media/image205.emf"/><Relationship Id="rId3" Type="http://schemas.openxmlformats.org/officeDocument/2006/relationships/oleObject" Target="../embeddings/oleObject194.bin"/><Relationship Id="rId24" Type="http://schemas.openxmlformats.org/officeDocument/2006/relationships/vmlDrawing" Target="../drawings/vmlDrawing26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214.emf"/><Relationship Id="rId21" Type="http://schemas.openxmlformats.org/officeDocument/2006/relationships/oleObject" Target="../embeddings/oleObject203.bin"/><Relationship Id="rId20" Type="http://schemas.openxmlformats.org/officeDocument/2006/relationships/image" Target="../media/image213.emf"/><Relationship Id="rId2" Type="http://schemas.openxmlformats.org/officeDocument/2006/relationships/image" Target="../media/image204.emf"/><Relationship Id="rId19" Type="http://schemas.openxmlformats.org/officeDocument/2006/relationships/oleObject" Target="../embeddings/oleObject202.bin"/><Relationship Id="rId18" Type="http://schemas.openxmlformats.org/officeDocument/2006/relationships/image" Target="../media/image212.emf"/><Relationship Id="rId17" Type="http://schemas.openxmlformats.org/officeDocument/2006/relationships/oleObject" Target="../embeddings/oleObject201.bin"/><Relationship Id="rId16" Type="http://schemas.openxmlformats.org/officeDocument/2006/relationships/image" Target="../media/image211.emf"/><Relationship Id="rId15" Type="http://schemas.openxmlformats.org/officeDocument/2006/relationships/oleObject" Target="../embeddings/oleObject200.bin"/><Relationship Id="rId14" Type="http://schemas.openxmlformats.org/officeDocument/2006/relationships/image" Target="../media/image210.emf"/><Relationship Id="rId13" Type="http://schemas.openxmlformats.org/officeDocument/2006/relationships/oleObject" Target="../embeddings/oleObject199.bin"/><Relationship Id="rId12" Type="http://schemas.openxmlformats.org/officeDocument/2006/relationships/image" Target="../media/image209.emf"/><Relationship Id="rId11" Type="http://schemas.openxmlformats.org/officeDocument/2006/relationships/oleObject" Target="../embeddings/oleObject198.bin"/><Relationship Id="rId10" Type="http://schemas.openxmlformats.org/officeDocument/2006/relationships/image" Target="../media/image208.emf"/><Relationship Id="rId1" Type="http://schemas.openxmlformats.org/officeDocument/2006/relationships/oleObject" Target="../embeddings/oleObject193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8.bin"/><Relationship Id="rId8" Type="http://schemas.openxmlformats.org/officeDocument/2006/relationships/image" Target="../media/image218.emf"/><Relationship Id="rId7" Type="http://schemas.openxmlformats.org/officeDocument/2006/relationships/oleObject" Target="../embeddings/oleObject207.bin"/><Relationship Id="rId6" Type="http://schemas.openxmlformats.org/officeDocument/2006/relationships/image" Target="../media/image217.emf"/><Relationship Id="rId5" Type="http://schemas.openxmlformats.org/officeDocument/2006/relationships/oleObject" Target="../embeddings/oleObject206.bin"/><Relationship Id="rId4" Type="http://schemas.openxmlformats.org/officeDocument/2006/relationships/image" Target="../media/image216.emf"/><Relationship Id="rId3" Type="http://schemas.openxmlformats.org/officeDocument/2006/relationships/oleObject" Target="../embeddings/oleObject205.bin"/><Relationship Id="rId2" Type="http://schemas.openxmlformats.org/officeDocument/2006/relationships/image" Target="../media/image215.emf"/><Relationship Id="rId14" Type="http://schemas.openxmlformats.org/officeDocument/2006/relationships/vmlDrawing" Target="../drawings/vmlDrawing2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20.emf"/><Relationship Id="rId11" Type="http://schemas.openxmlformats.org/officeDocument/2006/relationships/oleObject" Target="../embeddings/oleObject209.bin"/><Relationship Id="rId10" Type="http://schemas.openxmlformats.org/officeDocument/2006/relationships/image" Target="../media/image219.emf"/><Relationship Id="rId1" Type="http://schemas.openxmlformats.org/officeDocument/2006/relationships/oleObject" Target="../embeddings/oleObject204.bin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4.bin"/><Relationship Id="rId8" Type="http://schemas.openxmlformats.org/officeDocument/2006/relationships/image" Target="../media/image224.emf"/><Relationship Id="rId7" Type="http://schemas.openxmlformats.org/officeDocument/2006/relationships/oleObject" Target="../embeddings/oleObject213.bin"/><Relationship Id="rId6" Type="http://schemas.openxmlformats.org/officeDocument/2006/relationships/image" Target="../media/image223.emf"/><Relationship Id="rId5" Type="http://schemas.openxmlformats.org/officeDocument/2006/relationships/oleObject" Target="../embeddings/oleObject212.bin"/><Relationship Id="rId4" Type="http://schemas.openxmlformats.org/officeDocument/2006/relationships/image" Target="../media/image222.emf"/><Relationship Id="rId3" Type="http://schemas.openxmlformats.org/officeDocument/2006/relationships/oleObject" Target="../embeddings/oleObject211.bin"/><Relationship Id="rId28" Type="http://schemas.openxmlformats.org/officeDocument/2006/relationships/vmlDrawing" Target="../drawings/vmlDrawing28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233.emf"/><Relationship Id="rId25" Type="http://schemas.openxmlformats.org/officeDocument/2006/relationships/oleObject" Target="../embeddings/oleObject222.bin"/><Relationship Id="rId24" Type="http://schemas.openxmlformats.org/officeDocument/2006/relationships/image" Target="../media/image232.emf"/><Relationship Id="rId23" Type="http://schemas.openxmlformats.org/officeDocument/2006/relationships/oleObject" Target="../embeddings/oleObject221.bin"/><Relationship Id="rId22" Type="http://schemas.openxmlformats.org/officeDocument/2006/relationships/image" Target="../media/image231.emf"/><Relationship Id="rId21" Type="http://schemas.openxmlformats.org/officeDocument/2006/relationships/oleObject" Target="../embeddings/oleObject220.bin"/><Relationship Id="rId20" Type="http://schemas.openxmlformats.org/officeDocument/2006/relationships/image" Target="../media/image230.emf"/><Relationship Id="rId2" Type="http://schemas.openxmlformats.org/officeDocument/2006/relationships/image" Target="../media/image221.emf"/><Relationship Id="rId19" Type="http://schemas.openxmlformats.org/officeDocument/2006/relationships/oleObject" Target="../embeddings/oleObject219.bin"/><Relationship Id="rId18" Type="http://schemas.openxmlformats.org/officeDocument/2006/relationships/image" Target="../media/image229.emf"/><Relationship Id="rId17" Type="http://schemas.openxmlformats.org/officeDocument/2006/relationships/oleObject" Target="../embeddings/oleObject218.bin"/><Relationship Id="rId16" Type="http://schemas.openxmlformats.org/officeDocument/2006/relationships/image" Target="../media/image228.emf"/><Relationship Id="rId15" Type="http://schemas.openxmlformats.org/officeDocument/2006/relationships/oleObject" Target="../embeddings/oleObject217.bin"/><Relationship Id="rId14" Type="http://schemas.openxmlformats.org/officeDocument/2006/relationships/image" Target="../media/image227.emf"/><Relationship Id="rId13" Type="http://schemas.openxmlformats.org/officeDocument/2006/relationships/oleObject" Target="../embeddings/oleObject216.bin"/><Relationship Id="rId12" Type="http://schemas.openxmlformats.org/officeDocument/2006/relationships/image" Target="../media/image226.emf"/><Relationship Id="rId11" Type="http://schemas.openxmlformats.org/officeDocument/2006/relationships/oleObject" Target="../embeddings/oleObject215.bin"/><Relationship Id="rId10" Type="http://schemas.openxmlformats.org/officeDocument/2006/relationships/image" Target="../media/image225.emf"/><Relationship Id="rId1" Type="http://schemas.openxmlformats.org/officeDocument/2006/relationships/oleObject" Target="../embeddings/oleObject210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36.emf"/><Relationship Id="rId5" Type="http://schemas.openxmlformats.org/officeDocument/2006/relationships/oleObject" Target="../embeddings/oleObject225.bin"/><Relationship Id="rId4" Type="http://schemas.openxmlformats.org/officeDocument/2006/relationships/image" Target="../media/image235.emf"/><Relationship Id="rId3" Type="http://schemas.openxmlformats.org/officeDocument/2006/relationships/oleObject" Target="../embeddings/oleObject224.bin"/><Relationship Id="rId2" Type="http://schemas.openxmlformats.org/officeDocument/2006/relationships/image" Target="../media/image234.emf"/><Relationship Id="rId1" Type="http://schemas.openxmlformats.org/officeDocument/2006/relationships/oleObject" Target="../embeddings/oleObject223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0.bin"/><Relationship Id="rId8" Type="http://schemas.openxmlformats.org/officeDocument/2006/relationships/image" Target="../media/image240.emf"/><Relationship Id="rId7" Type="http://schemas.openxmlformats.org/officeDocument/2006/relationships/oleObject" Target="../embeddings/oleObject229.bin"/><Relationship Id="rId6" Type="http://schemas.openxmlformats.org/officeDocument/2006/relationships/image" Target="../media/image239.e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238.emf"/><Relationship Id="rId34" Type="http://schemas.openxmlformats.org/officeDocument/2006/relationships/vmlDrawing" Target="../drawings/vmlDrawing30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252.emf"/><Relationship Id="rId31" Type="http://schemas.openxmlformats.org/officeDocument/2006/relationships/oleObject" Target="../embeddings/oleObject241.bin"/><Relationship Id="rId30" Type="http://schemas.openxmlformats.org/officeDocument/2006/relationships/image" Target="../media/image251.emf"/><Relationship Id="rId3" Type="http://schemas.openxmlformats.org/officeDocument/2006/relationships/oleObject" Target="../embeddings/oleObject227.bin"/><Relationship Id="rId29" Type="http://schemas.openxmlformats.org/officeDocument/2006/relationships/oleObject" Target="../embeddings/oleObject240.bin"/><Relationship Id="rId28" Type="http://schemas.openxmlformats.org/officeDocument/2006/relationships/image" Target="../media/image250.emf"/><Relationship Id="rId27" Type="http://schemas.openxmlformats.org/officeDocument/2006/relationships/oleObject" Target="../embeddings/oleObject239.bin"/><Relationship Id="rId26" Type="http://schemas.openxmlformats.org/officeDocument/2006/relationships/image" Target="../media/image249.emf"/><Relationship Id="rId25" Type="http://schemas.openxmlformats.org/officeDocument/2006/relationships/oleObject" Target="../embeddings/oleObject238.bin"/><Relationship Id="rId24" Type="http://schemas.openxmlformats.org/officeDocument/2006/relationships/image" Target="../media/image248.emf"/><Relationship Id="rId23" Type="http://schemas.openxmlformats.org/officeDocument/2006/relationships/oleObject" Target="../embeddings/oleObject237.bin"/><Relationship Id="rId22" Type="http://schemas.openxmlformats.org/officeDocument/2006/relationships/image" Target="../media/image247.emf"/><Relationship Id="rId21" Type="http://schemas.openxmlformats.org/officeDocument/2006/relationships/oleObject" Target="../embeddings/oleObject236.bin"/><Relationship Id="rId20" Type="http://schemas.openxmlformats.org/officeDocument/2006/relationships/image" Target="../media/image246.emf"/><Relationship Id="rId2" Type="http://schemas.openxmlformats.org/officeDocument/2006/relationships/image" Target="../media/image237.emf"/><Relationship Id="rId19" Type="http://schemas.openxmlformats.org/officeDocument/2006/relationships/oleObject" Target="../embeddings/oleObject235.bin"/><Relationship Id="rId18" Type="http://schemas.openxmlformats.org/officeDocument/2006/relationships/image" Target="../media/image245.emf"/><Relationship Id="rId17" Type="http://schemas.openxmlformats.org/officeDocument/2006/relationships/oleObject" Target="../embeddings/oleObject234.bin"/><Relationship Id="rId16" Type="http://schemas.openxmlformats.org/officeDocument/2006/relationships/image" Target="../media/image244.emf"/><Relationship Id="rId15" Type="http://schemas.openxmlformats.org/officeDocument/2006/relationships/oleObject" Target="../embeddings/oleObject233.bin"/><Relationship Id="rId14" Type="http://schemas.openxmlformats.org/officeDocument/2006/relationships/image" Target="../media/image243.emf"/><Relationship Id="rId13" Type="http://schemas.openxmlformats.org/officeDocument/2006/relationships/oleObject" Target="../embeddings/oleObject232.bin"/><Relationship Id="rId12" Type="http://schemas.openxmlformats.org/officeDocument/2006/relationships/image" Target="../media/image242.emf"/><Relationship Id="rId11" Type="http://schemas.openxmlformats.org/officeDocument/2006/relationships/oleObject" Target="../embeddings/oleObject231.bin"/><Relationship Id="rId10" Type="http://schemas.openxmlformats.org/officeDocument/2006/relationships/image" Target="../media/image241.emf"/><Relationship Id="rId1" Type="http://schemas.openxmlformats.org/officeDocument/2006/relationships/oleObject" Target="../embeddings/oleObject226.bin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56.e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55.emf"/><Relationship Id="rId5" Type="http://schemas.openxmlformats.org/officeDocument/2006/relationships/oleObject" Target="../embeddings/oleObject244.bin"/><Relationship Id="rId4" Type="http://schemas.openxmlformats.org/officeDocument/2006/relationships/image" Target="../media/image254.emf"/><Relationship Id="rId3" Type="http://schemas.openxmlformats.org/officeDocument/2006/relationships/oleObject" Target="../embeddings/oleObject243.bin"/><Relationship Id="rId26" Type="http://schemas.openxmlformats.org/officeDocument/2006/relationships/vmlDrawing" Target="../drawings/vmlDrawing31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264.emf"/><Relationship Id="rId23" Type="http://schemas.openxmlformats.org/officeDocument/2006/relationships/oleObject" Target="../embeddings/oleObject253.bin"/><Relationship Id="rId22" Type="http://schemas.openxmlformats.org/officeDocument/2006/relationships/image" Target="../media/image263.emf"/><Relationship Id="rId21" Type="http://schemas.openxmlformats.org/officeDocument/2006/relationships/oleObject" Target="../embeddings/oleObject252.bin"/><Relationship Id="rId20" Type="http://schemas.openxmlformats.org/officeDocument/2006/relationships/image" Target="../media/image262.emf"/><Relationship Id="rId2" Type="http://schemas.openxmlformats.org/officeDocument/2006/relationships/image" Target="../media/image253.emf"/><Relationship Id="rId19" Type="http://schemas.openxmlformats.org/officeDocument/2006/relationships/oleObject" Target="../embeddings/oleObject251.bin"/><Relationship Id="rId18" Type="http://schemas.openxmlformats.org/officeDocument/2006/relationships/image" Target="../media/image261.emf"/><Relationship Id="rId17" Type="http://schemas.openxmlformats.org/officeDocument/2006/relationships/oleObject" Target="../embeddings/oleObject250.bin"/><Relationship Id="rId16" Type="http://schemas.openxmlformats.org/officeDocument/2006/relationships/image" Target="../media/image260.emf"/><Relationship Id="rId15" Type="http://schemas.openxmlformats.org/officeDocument/2006/relationships/oleObject" Target="../embeddings/oleObject249.bin"/><Relationship Id="rId14" Type="http://schemas.openxmlformats.org/officeDocument/2006/relationships/image" Target="../media/image259.emf"/><Relationship Id="rId13" Type="http://schemas.openxmlformats.org/officeDocument/2006/relationships/oleObject" Target="../embeddings/oleObject248.bin"/><Relationship Id="rId12" Type="http://schemas.openxmlformats.org/officeDocument/2006/relationships/image" Target="../media/image258.emf"/><Relationship Id="rId11" Type="http://schemas.openxmlformats.org/officeDocument/2006/relationships/oleObject" Target="../embeddings/oleObject247.bin"/><Relationship Id="rId10" Type="http://schemas.openxmlformats.org/officeDocument/2006/relationships/image" Target="../media/image257.emf"/><Relationship Id="rId1" Type="http://schemas.openxmlformats.org/officeDocument/2006/relationships/oleObject" Target="../embeddings/oleObject242.bin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268.e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267.e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66.emf"/><Relationship Id="rId3" Type="http://schemas.openxmlformats.org/officeDocument/2006/relationships/oleObject" Target="../embeddings/oleObject255.bin"/><Relationship Id="rId20" Type="http://schemas.openxmlformats.org/officeDocument/2006/relationships/vmlDrawing" Target="../drawings/vmlDrawing32.vml"/><Relationship Id="rId2" Type="http://schemas.openxmlformats.org/officeDocument/2006/relationships/image" Target="../media/image265.e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73.emf"/><Relationship Id="rId17" Type="http://schemas.openxmlformats.org/officeDocument/2006/relationships/oleObject" Target="../embeddings/oleObject262.bin"/><Relationship Id="rId16" Type="http://schemas.openxmlformats.org/officeDocument/2006/relationships/image" Target="../media/image272.emf"/><Relationship Id="rId15" Type="http://schemas.openxmlformats.org/officeDocument/2006/relationships/oleObject" Target="../embeddings/oleObject261.bin"/><Relationship Id="rId14" Type="http://schemas.openxmlformats.org/officeDocument/2006/relationships/image" Target="../media/image271.emf"/><Relationship Id="rId13" Type="http://schemas.openxmlformats.org/officeDocument/2006/relationships/oleObject" Target="../embeddings/oleObject260.bin"/><Relationship Id="rId12" Type="http://schemas.openxmlformats.org/officeDocument/2006/relationships/image" Target="../media/image270.emf"/><Relationship Id="rId11" Type="http://schemas.openxmlformats.org/officeDocument/2006/relationships/oleObject" Target="../embeddings/oleObject259.bin"/><Relationship Id="rId10" Type="http://schemas.openxmlformats.org/officeDocument/2006/relationships/image" Target="../media/image269.emf"/><Relationship Id="rId1" Type="http://schemas.openxmlformats.org/officeDocument/2006/relationships/oleObject" Target="../embeddings/oleObject254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7.bin"/><Relationship Id="rId8" Type="http://schemas.openxmlformats.org/officeDocument/2006/relationships/image" Target="../media/image277.emf"/><Relationship Id="rId7" Type="http://schemas.openxmlformats.org/officeDocument/2006/relationships/oleObject" Target="../embeddings/oleObject266.bin"/><Relationship Id="rId6" Type="http://schemas.openxmlformats.org/officeDocument/2006/relationships/image" Target="../media/image276.e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275.emf"/><Relationship Id="rId3" Type="http://schemas.openxmlformats.org/officeDocument/2006/relationships/oleObject" Target="../embeddings/oleObject264.bin"/><Relationship Id="rId22" Type="http://schemas.openxmlformats.org/officeDocument/2006/relationships/vmlDrawing" Target="../drawings/vmlDrawing33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283.emf"/><Relationship Id="rId2" Type="http://schemas.openxmlformats.org/officeDocument/2006/relationships/image" Target="../media/image274.emf"/><Relationship Id="rId19" Type="http://schemas.openxmlformats.org/officeDocument/2006/relationships/oleObject" Target="../embeddings/oleObject272.bin"/><Relationship Id="rId18" Type="http://schemas.openxmlformats.org/officeDocument/2006/relationships/image" Target="../media/image282.emf"/><Relationship Id="rId17" Type="http://schemas.openxmlformats.org/officeDocument/2006/relationships/oleObject" Target="../embeddings/oleObject271.bin"/><Relationship Id="rId16" Type="http://schemas.openxmlformats.org/officeDocument/2006/relationships/image" Target="../media/image281.emf"/><Relationship Id="rId15" Type="http://schemas.openxmlformats.org/officeDocument/2006/relationships/oleObject" Target="../embeddings/oleObject270.bin"/><Relationship Id="rId14" Type="http://schemas.openxmlformats.org/officeDocument/2006/relationships/image" Target="../media/image280.emf"/><Relationship Id="rId13" Type="http://schemas.openxmlformats.org/officeDocument/2006/relationships/oleObject" Target="../embeddings/oleObject269.bin"/><Relationship Id="rId12" Type="http://schemas.openxmlformats.org/officeDocument/2006/relationships/image" Target="../media/image279.emf"/><Relationship Id="rId11" Type="http://schemas.openxmlformats.org/officeDocument/2006/relationships/oleObject" Target="../embeddings/oleObject268.bin"/><Relationship Id="rId10" Type="http://schemas.openxmlformats.org/officeDocument/2006/relationships/image" Target="../media/image278.emf"/><Relationship Id="rId1" Type="http://schemas.openxmlformats.org/officeDocument/2006/relationships/oleObject" Target="../embeddings/oleObject263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7.bin"/><Relationship Id="rId8" Type="http://schemas.openxmlformats.org/officeDocument/2006/relationships/image" Target="../media/image287.emf"/><Relationship Id="rId7" Type="http://schemas.openxmlformats.org/officeDocument/2006/relationships/oleObject" Target="../embeddings/oleObject276.bin"/><Relationship Id="rId6" Type="http://schemas.openxmlformats.org/officeDocument/2006/relationships/image" Target="../media/image286.emf"/><Relationship Id="rId5" Type="http://schemas.openxmlformats.org/officeDocument/2006/relationships/oleObject" Target="../embeddings/oleObject275.bin"/><Relationship Id="rId4" Type="http://schemas.openxmlformats.org/officeDocument/2006/relationships/image" Target="../media/image285.emf"/><Relationship Id="rId3" Type="http://schemas.openxmlformats.org/officeDocument/2006/relationships/oleObject" Target="../embeddings/oleObject274.bin"/><Relationship Id="rId2" Type="http://schemas.openxmlformats.org/officeDocument/2006/relationships/image" Target="../media/image284.emf"/><Relationship Id="rId12" Type="http://schemas.openxmlformats.org/officeDocument/2006/relationships/vmlDrawing" Target="../drawings/vmlDrawing3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88.wmf"/><Relationship Id="rId1" Type="http://schemas.openxmlformats.org/officeDocument/2006/relationships/oleObject" Target="../embeddings/oleObject273.bin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90.emf"/><Relationship Id="rId3" Type="http://schemas.openxmlformats.org/officeDocument/2006/relationships/oleObject" Target="../embeddings/oleObject279.bin"/><Relationship Id="rId2" Type="http://schemas.openxmlformats.org/officeDocument/2006/relationships/image" Target="../media/image289.emf"/><Relationship Id="rId1" Type="http://schemas.openxmlformats.org/officeDocument/2006/relationships/oleObject" Target="../embeddings/oleObject278.bin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4.bin"/><Relationship Id="rId8" Type="http://schemas.openxmlformats.org/officeDocument/2006/relationships/image" Target="../media/image294.emf"/><Relationship Id="rId7" Type="http://schemas.openxmlformats.org/officeDocument/2006/relationships/oleObject" Target="../embeddings/oleObject283.bin"/><Relationship Id="rId6" Type="http://schemas.openxmlformats.org/officeDocument/2006/relationships/image" Target="../media/image293.emf"/><Relationship Id="rId5" Type="http://schemas.openxmlformats.org/officeDocument/2006/relationships/oleObject" Target="../embeddings/oleObject282.bin"/><Relationship Id="rId4" Type="http://schemas.openxmlformats.org/officeDocument/2006/relationships/image" Target="../media/image292.emf"/><Relationship Id="rId3" Type="http://schemas.openxmlformats.org/officeDocument/2006/relationships/oleObject" Target="../embeddings/oleObject281.bin"/><Relationship Id="rId22" Type="http://schemas.openxmlformats.org/officeDocument/2006/relationships/vmlDrawing" Target="../drawings/vmlDrawing36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00.emf"/><Relationship Id="rId2" Type="http://schemas.openxmlformats.org/officeDocument/2006/relationships/image" Target="../media/image291.emf"/><Relationship Id="rId19" Type="http://schemas.openxmlformats.org/officeDocument/2006/relationships/oleObject" Target="../embeddings/oleObject289.bin"/><Relationship Id="rId18" Type="http://schemas.openxmlformats.org/officeDocument/2006/relationships/image" Target="../media/image299.emf"/><Relationship Id="rId17" Type="http://schemas.openxmlformats.org/officeDocument/2006/relationships/oleObject" Target="../embeddings/oleObject288.bin"/><Relationship Id="rId16" Type="http://schemas.openxmlformats.org/officeDocument/2006/relationships/image" Target="../media/image298.emf"/><Relationship Id="rId15" Type="http://schemas.openxmlformats.org/officeDocument/2006/relationships/oleObject" Target="../embeddings/oleObject287.bin"/><Relationship Id="rId14" Type="http://schemas.openxmlformats.org/officeDocument/2006/relationships/image" Target="../media/image297.emf"/><Relationship Id="rId13" Type="http://schemas.openxmlformats.org/officeDocument/2006/relationships/oleObject" Target="../embeddings/oleObject286.bin"/><Relationship Id="rId12" Type="http://schemas.openxmlformats.org/officeDocument/2006/relationships/image" Target="../media/image296.emf"/><Relationship Id="rId11" Type="http://schemas.openxmlformats.org/officeDocument/2006/relationships/oleObject" Target="../embeddings/oleObject285.bin"/><Relationship Id="rId10" Type="http://schemas.openxmlformats.org/officeDocument/2006/relationships/image" Target="../media/image295.emf"/><Relationship Id="rId1" Type="http://schemas.openxmlformats.org/officeDocument/2006/relationships/oleObject" Target="../embeddings/oleObject280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4.bin"/><Relationship Id="rId8" Type="http://schemas.openxmlformats.org/officeDocument/2006/relationships/image" Target="../media/image304.emf"/><Relationship Id="rId7" Type="http://schemas.openxmlformats.org/officeDocument/2006/relationships/oleObject" Target="../embeddings/oleObject293.bin"/><Relationship Id="rId6" Type="http://schemas.openxmlformats.org/officeDocument/2006/relationships/image" Target="../media/image303.emf"/><Relationship Id="rId5" Type="http://schemas.openxmlformats.org/officeDocument/2006/relationships/oleObject" Target="../embeddings/oleObject292.bin"/><Relationship Id="rId4" Type="http://schemas.openxmlformats.org/officeDocument/2006/relationships/image" Target="../media/image302.emf"/><Relationship Id="rId3" Type="http://schemas.openxmlformats.org/officeDocument/2006/relationships/oleObject" Target="../embeddings/oleObject291.bin"/><Relationship Id="rId24" Type="http://schemas.openxmlformats.org/officeDocument/2006/relationships/vmlDrawing" Target="../drawings/vmlDrawing37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311.emf"/><Relationship Id="rId21" Type="http://schemas.openxmlformats.org/officeDocument/2006/relationships/oleObject" Target="../embeddings/oleObject300.bin"/><Relationship Id="rId20" Type="http://schemas.openxmlformats.org/officeDocument/2006/relationships/image" Target="../media/image310.emf"/><Relationship Id="rId2" Type="http://schemas.openxmlformats.org/officeDocument/2006/relationships/image" Target="../media/image301.emf"/><Relationship Id="rId19" Type="http://schemas.openxmlformats.org/officeDocument/2006/relationships/oleObject" Target="../embeddings/oleObject299.bin"/><Relationship Id="rId18" Type="http://schemas.openxmlformats.org/officeDocument/2006/relationships/image" Target="../media/image309.emf"/><Relationship Id="rId17" Type="http://schemas.openxmlformats.org/officeDocument/2006/relationships/oleObject" Target="../embeddings/oleObject298.bin"/><Relationship Id="rId16" Type="http://schemas.openxmlformats.org/officeDocument/2006/relationships/image" Target="../media/image308.emf"/><Relationship Id="rId15" Type="http://schemas.openxmlformats.org/officeDocument/2006/relationships/oleObject" Target="../embeddings/oleObject297.bin"/><Relationship Id="rId14" Type="http://schemas.openxmlformats.org/officeDocument/2006/relationships/image" Target="../media/image307.emf"/><Relationship Id="rId13" Type="http://schemas.openxmlformats.org/officeDocument/2006/relationships/oleObject" Target="../embeddings/oleObject296.bin"/><Relationship Id="rId12" Type="http://schemas.openxmlformats.org/officeDocument/2006/relationships/image" Target="../media/image306.emf"/><Relationship Id="rId11" Type="http://schemas.openxmlformats.org/officeDocument/2006/relationships/oleObject" Target="../embeddings/oleObject295.bin"/><Relationship Id="rId10" Type="http://schemas.openxmlformats.org/officeDocument/2006/relationships/image" Target="../media/image305.emf"/><Relationship Id="rId1" Type="http://schemas.openxmlformats.org/officeDocument/2006/relationships/oleObject" Target="../embeddings/oleObject290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5.bin"/><Relationship Id="rId8" Type="http://schemas.openxmlformats.org/officeDocument/2006/relationships/image" Target="../media/image315.emf"/><Relationship Id="rId7" Type="http://schemas.openxmlformats.org/officeDocument/2006/relationships/oleObject" Target="../embeddings/oleObject304.bin"/><Relationship Id="rId6" Type="http://schemas.openxmlformats.org/officeDocument/2006/relationships/image" Target="../media/image314.emf"/><Relationship Id="rId5" Type="http://schemas.openxmlformats.org/officeDocument/2006/relationships/oleObject" Target="../embeddings/oleObject303.bin"/><Relationship Id="rId4" Type="http://schemas.openxmlformats.org/officeDocument/2006/relationships/image" Target="../media/image313.emf"/><Relationship Id="rId3" Type="http://schemas.openxmlformats.org/officeDocument/2006/relationships/oleObject" Target="../embeddings/oleObject302.bin"/><Relationship Id="rId22" Type="http://schemas.openxmlformats.org/officeDocument/2006/relationships/vmlDrawing" Target="../drawings/vmlDrawing38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321.emf"/><Relationship Id="rId2" Type="http://schemas.openxmlformats.org/officeDocument/2006/relationships/image" Target="../media/image312.emf"/><Relationship Id="rId19" Type="http://schemas.openxmlformats.org/officeDocument/2006/relationships/oleObject" Target="../embeddings/oleObject310.bin"/><Relationship Id="rId18" Type="http://schemas.openxmlformats.org/officeDocument/2006/relationships/image" Target="../media/image320.emf"/><Relationship Id="rId17" Type="http://schemas.openxmlformats.org/officeDocument/2006/relationships/oleObject" Target="../embeddings/oleObject309.bin"/><Relationship Id="rId16" Type="http://schemas.openxmlformats.org/officeDocument/2006/relationships/image" Target="../media/image319.emf"/><Relationship Id="rId15" Type="http://schemas.openxmlformats.org/officeDocument/2006/relationships/oleObject" Target="../embeddings/oleObject308.bin"/><Relationship Id="rId14" Type="http://schemas.openxmlformats.org/officeDocument/2006/relationships/image" Target="../media/image318.emf"/><Relationship Id="rId13" Type="http://schemas.openxmlformats.org/officeDocument/2006/relationships/oleObject" Target="../embeddings/oleObject307.bin"/><Relationship Id="rId12" Type="http://schemas.openxmlformats.org/officeDocument/2006/relationships/image" Target="../media/image317.emf"/><Relationship Id="rId11" Type="http://schemas.openxmlformats.org/officeDocument/2006/relationships/oleObject" Target="../embeddings/oleObject306.bin"/><Relationship Id="rId10" Type="http://schemas.openxmlformats.org/officeDocument/2006/relationships/image" Target="../media/image316.emf"/><Relationship Id="rId1" Type="http://schemas.openxmlformats.org/officeDocument/2006/relationships/oleObject" Target="../embeddings/oleObject301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5.bin"/><Relationship Id="rId8" Type="http://schemas.openxmlformats.org/officeDocument/2006/relationships/image" Target="../media/image325.wmf"/><Relationship Id="rId7" Type="http://schemas.openxmlformats.org/officeDocument/2006/relationships/oleObject" Target="../embeddings/oleObject314.bin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313.bin"/><Relationship Id="rId4" Type="http://schemas.openxmlformats.org/officeDocument/2006/relationships/image" Target="../media/image323.emf"/><Relationship Id="rId3" Type="http://schemas.openxmlformats.org/officeDocument/2006/relationships/oleObject" Target="../embeddings/oleObject312.bin"/><Relationship Id="rId2" Type="http://schemas.openxmlformats.org/officeDocument/2006/relationships/image" Target="../media/image322.emf"/><Relationship Id="rId14" Type="http://schemas.openxmlformats.org/officeDocument/2006/relationships/vmlDrawing" Target="../drawings/vmlDrawing39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27.wmf"/><Relationship Id="rId11" Type="http://schemas.openxmlformats.org/officeDocument/2006/relationships/oleObject" Target="../embeddings/oleObject316.bin"/><Relationship Id="rId10" Type="http://schemas.openxmlformats.org/officeDocument/2006/relationships/image" Target="../media/image326.wmf"/><Relationship Id="rId1" Type="http://schemas.openxmlformats.org/officeDocument/2006/relationships/oleObject" Target="../embeddings/oleObject311.bin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1.bin"/><Relationship Id="rId8" Type="http://schemas.openxmlformats.org/officeDocument/2006/relationships/image" Target="../media/image328.wmf"/><Relationship Id="rId7" Type="http://schemas.openxmlformats.org/officeDocument/2006/relationships/oleObject" Target="../embeddings/oleObject320.bin"/><Relationship Id="rId6" Type="http://schemas.openxmlformats.org/officeDocument/2006/relationships/image" Target="../media/image327.wmf"/><Relationship Id="rId5" Type="http://schemas.openxmlformats.org/officeDocument/2006/relationships/oleObject" Target="../embeddings/oleObject319.bin"/><Relationship Id="rId4" Type="http://schemas.openxmlformats.org/officeDocument/2006/relationships/image" Target="../media/image326.wmf"/><Relationship Id="rId3" Type="http://schemas.openxmlformats.org/officeDocument/2006/relationships/oleObject" Target="../embeddings/oleObject318.bin"/><Relationship Id="rId2" Type="http://schemas.openxmlformats.org/officeDocument/2006/relationships/image" Target="../media/image325.wmf"/><Relationship Id="rId14" Type="http://schemas.openxmlformats.org/officeDocument/2006/relationships/vmlDrawing" Target="../drawings/vmlDrawing4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30.wmf"/><Relationship Id="rId11" Type="http://schemas.openxmlformats.org/officeDocument/2006/relationships/oleObject" Target="../embeddings/oleObject322.bin"/><Relationship Id="rId10" Type="http://schemas.openxmlformats.org/officeDocument/2006/relationships/image" Target="../media/image329.wmf"/><Relationship Id="rId1" Type="http://schemas.openxmlformats.org/officeDocument/2006/relationships/oleObject" Target="../embeddings/oleObject317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1.emf"/><Relationship Id="rId1" Type="http://schemas.openxmlformats.org/officeDocument/2006/relationships/oleObject" Target="../embeddings/oleObject323.bin"/></Relationships>
</file>

<file path=ppt/slides/_rels/slide5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8.bin"/><Relationship Id="rId8" Type="http://schemas.openxmlformats.org/officeDocument/2006/relationships/image" Target="../media/image335.emf"/><Relationship Id="rId7" Type="http://schemas.openxmlformats.org/officeDocument/2006/relationships/oleObject" Target="../embeddings/oleObject327.bin"/><Relationship Id="rId6" Type="http://schemas.openxmlformats.org/officeDocument/2006/relationships/image" Target="../media/image334.emf"/><Relationship Id="rId5" Type="http://schemas.openxmlformats.org/officeDocument/2006/relationships/oleObject" Target="../embeddings/oleObject326.bin"/><Relationship Id="rId4" Type="http://schemas.openxmlformats.org/officeDocument/2006/relationships/image" Target="../media/image333.emf"/><Relationship Id="rId3" Type="http://schemas.openxmlformats.org/officeDocument/2006/relationships/oleObject" Target="../embeddings/oleObject325.bin"/><Relationship Id="rId24" Type="http://schemas.openxmlformats.org/officeDocument/2006/relationships/vmlDrawing" Target="../drawings/vmlDrawing42.vml"/><Relationship Id="rId23" Type="http://schemas.openxmlformats.org/officeDocument/2006/relationships/slideLayout" Target="../slideLayouts/slideLayout6.xml"/><Relationship Id="rId22" Type="http://schemas.openxmlformats.org/officeDocument/2006/relationships/image" Target="../media/image342.emf"/><Relationship Id="rId21" Type="http://schemas.openxmlformats.org/officeDocument/2006/relationships/oleObject" Target="../embeddings/oleObject334.bin"/><Relationship Id="rId20" Type="http://schemas.openxmlformats.org/officeDocument/2006/relationships/image" Target="../media/image341.emf"/><Relationship Id="rId2" Type="http://schemas.openxmlformats.org/officeDocument/2006/relationships/image" Target="../media/image332.emf"/><Relationship Id="rId19" Type="http://schemas.openxmlformats.org/officeDocument/2006/relationships/oleObject" Target="../embeddings/oleObject333.bin"/><Relationship Id="rId18" Type="http://schemas.openxmlformats.org/officeDocument/2006/relationships/image" Target="../media/image340.emf"/><Relationship Id="rId17" Type="http://schemas.openxmlformats.org/officeDocument/2006/relationships/oleObject" Target="../embeddings/oleObject332.bin"/><Relationship Id="rId16" Type="http://schemas.openxmlformats.org/officeDocument/2006/relationships/image" Target="../media/image339.emf"/><Relationship Id="rId15" Type="http://schemas.openxmlformats.org/officeDocument/2006/relationships/oleObject" Target="../embeddings/oleObject331.bin"/><Relationship Id="rId14" Type="http://schemas.openxmlformats.org/officeDocument/2006/relationships/image" Target="../media/image338.emf"/><Relationship Id="rId13" Type="http://schemas.openxmlformats.org/officeDocument/2006/relationships/oleObject" Target="../embeddings/oleObject330.bin"/><Relationship Id="rId12" Type="http://schemas.openxmlformats.org/officeDocument/2006/relationships/image" Target="../media/image337.emf"/><Relationship Id="rId11" Type="http://schemas.openxmlformats.org/officeDocument/2006/relationships/oleObject" Target="../embeddings/oleObject329.bin"/><Relationship Id="rId10" Type="http://schemas.openxmlformats.org/officeDocument/2006/relationships/image" Target="../media/image336.emf"/><Relationship Id="rId1" Type="http://schemas.openxmlformats.org/officeDocument/2006/relationships/oleObject" Target="../embeddings/oleObject324.bin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3.png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9.bin"/><Relationship Id="rId8" Type="http://schemas.openxmlformats.org/officeDocument/2006/relationships/image" Target="../media/image347.emf"/><Relationship Id="rId7" Type="http://schemas.openxmlformats.org/officeDocument/2006/relationships/oleObject" Target="../embeddings/oleObject338.bin"/><Relationship Id="rId6" Type="http://schemas.openxmlformats.org/officeDocument/2006/relationships/image" Target="../media/image346.emf"/><Relationship Id="rId5" Type="http://schemas.openxmlformats.org/officeDocument/2006/relationships/oleObject" Target="../embeddings/oleObject337.bin"/><Relationship Id="rId4" Type="http://schemas.openxmlformats.org/officeDocument/2006/relationships/image" Target="../media/image345.emf"/><Relationship Id="rId3" Type="http://schemas.openxmlformats.org/officeDocument/2006/relationships/oleObject" Target="../embeddings/oleObject336.bin"/><Relationship Id="rId2" Type="http://schemas.openxmlformats.org/officeDocument/2006/relationships/image" Target="../media/image344.e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350.emf"/><Relationship Id="rId13" Type="http://schemas.openxmlformats.org/officeDocument/2006/relationships/oleObject" Target="../embeddings/oleObject341.bin"/><Relationship Id="rId12" Type="http://schemas.openxmlformats.org/officeDocument/2006/relationships/image" Target="../media/image349.emf"/><Relationship Id="rId11" Type="http://schemas.openxmlformats.org/officeDocument/2006/relationships/oleObject" Target="../embeddings/oleObject340.bin"/><Relationship Id="rId10" Type="http://schemas.openxmlformats.org/officeDocument/2006/relationships/image" Target="../media/image348.emf"/><Relationship Id="rId1" Type="http://schemas.openxmlformats.org/officeDocument/2006/relationships/oleObject" Target="../embeddings/oleObject335.bin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6.bin"/><Relationship Id="rId8" Type="http://schemas.openxmlformats.org/officeDocument/2006/relationships/image" Target="../media/image354.emf"/><Relationship Id="rId7" Type="http://schemas.openxmlformats.org/officeDocument/2006/relationships/oleObject" Target="../embeddings/oleObject345.bin"/><Relationship Id="rId6" Type="http://schemas.openxmlformats.org/officeDocument/2006/relationships/image" Target="../media/image353.e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352.emf"/><Relationship Id="rId3" Type="http://schemas.openxmlformats.org/officeDocument/2006/relationships/oleObject" Target="../embeddings/oleObject343.bin"/><Relationship Id="rId2" Type="http://schemas.openxmlformats.org/officeDocument/2006/relationships/image" Target="../media/image351.emf"/><Relationship Id="rId12" Type="http://schemas.openxmlformats.org/officeDocument/2006/relationships/vmlDrawing" Target="../drawings/vmlDrawing44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55.wmf"/><Relationship Id="rId1" Type="http://schemas.openxmlformats.org/officeDocument/2006/relationships/oleObject" Target="../embeddings/oleObject342.bin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1.bin"/><Relationship Id="rId8" Type="http://schemas.openxmlformats.org/officeDocument/2006/relationships/image" Target="../media/image359.emf"/><Relationship Id="rId7" Type="http://schemas.openxmlformats.org/officeDocument/2006/relationships/oleObject" Target="../embeddings/oleObject350.bin"/><Relationship Id="rId6" Type="http://schemas.openxmlformats.org/officeDocument/2006/relationships/image" Target="../media/image358.emf"/><Relationship Id="rId5" Type="http://schemas.openxmlformats.org/officeDocument/2006/relationships/oleObject" Target="../embeddings/oleObject349.bin"/><Relationship Id="rId4" Type="http://schemas.openxmlformats.org/officeDocument/2006/relationships/image" Target="../media/image357.wmf"/><Relationship Id="rId3" Type="http://schemas.openxmlformats.org/officeDocument/2006/relationships/oleObject" Target="../embeddings/oleObject348.bin"/><Relationship Id="rId2" Type="http://schemas.openxmlformats.org/officeDocument/2006/relationships/image" Target="../media/image356.wmf"/><Relationship Id="rId13" Type="http://schemas.openxmlformats.org/officeDocument/2006/relationships/vmlDrawing" Target="../drawings/vmlDrawing45.vml"/><Relationship Id="rId12" Type="http://schemas.openxmlformats.org/officeDocument/2006/relationships/slideLayout" Target="../slideLayouts/slideLayout2.xml"/><Relationship Id="rId11" Type="http://schemas.openxmlformats.org/officeDocument/2006/relationships/audio" Target="../media/audio3.wav"/><Relationship Id="rId10" Type="http://schemas.openxmlformats.org/officeDocument/2006/relationships/image" Target="../media/image360.emf"/><Relationship Id="rId1" Type="http://schemas.openxmlformats.org/officeDocument/2006/relationships/oleObject" Target="../embeddings/oleObject347.bin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6.bin"/><Relationship Id="rId8" Type="http://schemas.openxmlformats.org/officeDocument/2006/relationships/image" Target="../media/image364.wmf"/><Relationship Id="rId7" Type="http://schemas.openxmlformats.org/officeDocument/2006/relationships/oleObject" Target="../embeddings/oleObject355.bin"/><Relationship Id="rId6" Type="http://schemas.openxmlformats.org/officeDocument/2006/relationships/image" Target="../media/image363.emf"/><Relationship Id="rId5" Type="http://schemas.openxmlformats.org/officeDocument/2006/relationships/oleObject" Target="../embeddings/oleObject354.bin"/><Relationship Id="rId4" Type="http://schemas.openxmlformats.org/officeDocument/2006/relationships/image" Target="../media/image362.emf"/><Relationship Id="rId3" Type="http://schemas.openxmlformats.org/officeDocument/2006/relationships/oleObject" Target="../embeddings/oleObject353.bin"/><Relationship Id="rId2" Type="http://schemas.openxmlformats.org/officeDocument/2006/relationships/image" Target="../media/image361.wmf"/><Relationship Id="rId14" Type="http://schemas.openxmlformats.org/officeDocument/2006/relationships/vmlDrawing" Target="../drawings/vmlDrawing4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66.wmf"/><Relationship Id="rId11" Type="http://schemas.openxmlformats.org/officeDocument/2006/relationships/oleObject" Target="../embeddings/oleObject357.bin"/><Relationship Id="rId10" Type="http://schemas.openxmlformats.org/officeDocument/2006/relationships/image" Target="../media/image365.wmf"/><Relationship Id="rId1" Type="http://schemas.openxmlformats.org/officeDocument/2006/relationships/oleObject" Target="../embeddings/oleObject352.bin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2.bin"/><Relationship Id="rId8" Type="http://schemas.openxmlformats.org/officeDocument/2006/relationships/image" Target="../media/image370.emf"/><Relationship Id="rId7" Type="http://schemas.openxmlformats.org/officeDocument/2006/relationships/oleObject" Target="../embeddings/oleObject361.bin"/><Relationship Id="rId6" Type="http://schemas.openxmlformats.org/officeDocument/2006/relationships/image" Target="../media/image369.emf"/><Relationship Id="rId5" Type="http://schemas.openxmlformats.org/officeDocument/2006/relationships/oleObject" Target="../embeddings/oleObject360.bin"/><Relationship Id="rId4" Type="http://schemas.openxmlformats.org/officeDocument/2006/relationships/image" Target="../media/image368.wmf"/><Relationship Id="rId3" Type="http://schemas.openxmlformats.org/officeDocument/2006/relationships/oleObject" Target="../embeddings/oleObject359.bin"/><Relationship Id="rId2" Type="http://schemas.openxmlformats.org/officeDocument/2006/relationships/image" Target="../media/image367.emf"/><Relationship Id="rId14" Type="http://schemas.openxmlformats.org/officeDocument/2006/relationships/vmlDrawing" Target="../drawings/vmlDrawing47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372.wmf"/><Relationship Id="rId11" Type="http://schemas.openxmlformats.org/officeDocument/2006/relationships/oleObject" Target="../embeddings/oleObject363.bin"/><Relationship Id="rId10" Type="http://schemas.openxmlformats.org/officeDocument/2006/relationships/image" Target="../media/image371.wmf"/><Relationship Id="rId1" Type="http://schemas.openxmlformats.org/officeDocument/2006/relationships/oleObject" Target="../embeddings/oleObject358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3.emf"/><Relationship Id="rId1" Type="http://schemas.openxmlformats.org/officeDocument/2006/relationships/oleObject" Target="../embeddings/oleObject364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4.emf"/><Relationship Id="rId1" Type="http://schemas.openxmlformats.org/officeDocument/2006/relationships/oleObject" Target="../embeddings/oleObject365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7.emf"/><Relationship Id="rId5" Type="http://schemas.openxmlformats.org/officeDocument/2006/relationships/oleObject" Target="../embeddings/oleObject368.bin"/><Relationship Id="rId4" Type="http://schemas.openxmlformats.org/officeDocument/2006/relationships/image" Target="../media/image376.emf"/><Relationship Id="rId3" Type="http://schemas.openxmlformats.org/officeDocument/2006/relationships/oleObject" Target="../embeddings/oleObject367.bin"/><Relationship Id="rId2" Type="http://schemas.openxmlformats.org/officeDocument/2006/relationships/image" Target="../media/image375.emf"/><Relationship Id="rId1" Type="http://schemas.openxmlformats.org/officeDocument/2006/relationships/oleObject" Target="../embeddings/oleObject366.bin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8.emf"/><Relationship Id="rId1" Type="http://schemas.openxmlformats.org/officeDocument/2006/relationships/oleObject" Target="../embeddings/oleObject369.bin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79.emf"/><Relationship Id="rId1" Type="http://schemas.openxmlformats.org/officeDocument/2006/relationships/oleObject" Target="../embeddings/oleObject370.bin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0.emf"/><Relationship Id="rId1" Type="http://schemas.openxmlformats.org/officeDocument/2006/relationships/oleObject" Target="../embeddings/oleObject371.bin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1.emf"/><Relationship Id="rId1" Type="http://schemas.openxmlformats.org/officeDocument/2006/relationships/oleObject" Target="../embeddings/oleObject372.bin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77.bin"/><Relationship Id="rId8" Type="http://schemas.openxmlformats.org/officeDocument/2006/relationships/image" Target="../media/image385.emf"/><Relationship Id="rId7" Type="http://schemas.openxmlformats.org/officeDocument/2006/relationships/oleObject" Target="../embeddings/oleObject376.bin"/><Relationship Id="rId6" Type="http://schemas.openxmlformats.org/officeDocument/2006/relationships/image" Target="../media/image384.emf"/><Relationship Id="rId5" Type="http://schemas.openxmlformats.org/officeDocument/2006/relationships/oleObject" Target="../embeddings/oleObject375.bin"/><Relationship Id="rId4" Type="http://schemas.openxmlformats.org/officeDocument/2006/relationships/image" Target="../media/image383.emf"/><Relationship Id="rId3" Type="http://schemas.openxmlformats.org/officeDocument/2006/relationships/oleObject" Target="../embeddings/oleObject374.bin"/><Relationship Id="rId2" Type="http://schemas.openxmlformats.org/officeDocument/2006/relationships/image" Target="../media/image382.emf"/><Relationship Id="rId12" Type="http://schemas.openxmlformats.org/officeDocument/2006/relationships/vmlDrawing" Target="../drawings/vmlDrawing5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86.emf"/><Relationship Id="rId1" Type="http://schemas.openxmlformats.org/officeDocument/2006/relationships/oleObject" Target="../embeddings/oleObject373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89.emf"/><Relationship Id="rId5" Type="http://schemas.openxmlformats.org/officeDocument/2006/relationships/oleObject" Target="../embeddings/oleObject380.bin"/><Relationship Id="rId4" Type="http://schemas.openxmlformats.org/officeDocument/2006/relationships/image" Target="../media/image388.emf"/><Relationship Id="rId3" Type="http://schemas.openxmlformats.org/officeDocument/2006/relationships/oleObject" Target="../embeddings/oleObject379.bin"/><Relationship Id="rId2" Type="http://schemas.openxmlformats.org/officeDocument/2006/relationships/image" Target="../media/image387.emf"/><Relationship Id="rId1" Type="http://schemas.openxmlformats.org/officeDocument/2006/relationships/oleObject" Target="../embeddings/oleObject378.bin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3.emf"/><Relationship Id="rId7" Type="http://schemas.openxmlformats.org/officeDocument/2006/relationships/oleObject" Target="../embeddings/oleObject384.bin"/><Relationship Id="rId6" Type="http://schemas.openxmlformats.org/officeDocument/2006/relationships/image" Target="../media/image392.emf"/><Relationship Id="rId5" Type="http://schemas.openxmlformats.org/officeDocument/2006/relationships/oleObject" Target="../embeddings/oleObject383.bin"/><Relationship Id="rId4" Type="http://schemas.openxmlformats.org/officeDocument/2006/relationships/image" Target="../media/image391.emf"/><Relationship Id="rId3" Type="http://schemas.openxmlformats.org/officeDocument/2006/relationships/oleObject" Target="../embeddings/oleObject382.bin"/><Relationship Id="rId2" Type="http://schemas.openxmlformats.org/officeDocument/2006/relationships/image" Target="../media/image390.emf"/><Relationship Id="rId10" Type="http://schemas.openxmlformats.org/officeDocument/2006/relationships/vmlDrawing" Target="../drawings/vmlDrawing57.vml"/><Relationship Id="rId1" Type="http://schemas.openxmlformats.org/officeDocument/2006/relationships/oleObject" Target="../embeddings/oleObject381.bin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4.emf"/><Relationship Id="rId1" Type="http://schemas.openxmlformats.org/officeDocument/2006/relationships/oleObject" Target="../embeddings/oleObject385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97.emf"/><Relationship Id="rId5" Type="http://schemas.openxmlformats.org/officeDocument/2006/relationships/oleObject" Target="../embeddings/oleObject388.bin"/><Relationship Id="rId4" Type="http://schemas.openxmlformats.org/officeDocument/2006/relationships/image" Target="../media/image396.emf"/><Relationship Id="rId3" Type="http://schemas.openxmlformats.org/officeDocument/2006/relationships/oleObject" Target="../embeddings/oleObject387.bin"/><Relationship Id="rId2" Type="http://schemas.openxmlformats.org/officeDocument/2006/relationships/image" Target="../media/image395.emf"/><Relationship Id="rId1" Type="http://schemas.openxmlformats.org/officeDocument/2006/relationships/oleObject" Target="../embeddings/oleObject386.bin"/></Relationships>
</file>

<file path=ppt/slides/_rels/slide7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3.bin"/><Relationship Id="rId8" Type="http://schemas.openxmlformats.org/officeDocument/2006/relationships/image" Target="../media/image401.emf"/><Relationship Id="rId7" Type="http://schemas.openxmlformats.org/officeDocument/2006/relationships/oleObject" Target="../embeddings/oleObject392.bin"/><Relationship Id="rId66" Type="http://schemas.openxmlformats.org/officeDocument/2006/relationships/vmlDrawing" Target="../drawings/vmlDrawing60.vml"/><Relationship Id="rId65" Type="http://schemas.openxmlformats.org/officeDocument/2006/relationships/slideLayout" Target="../slideLayouts/slideLayout7.xml"/><Relationship Id="rId64" Type="http://schemas.openxmlformats.org/officeDocument/2006/relationships/image" Target="../media/image429.emf"/><Relationship Id="rId63" Type="http://schemas.openxmlformats.org/officeDocument/2006/relationships/oleObject" Target="../embeddings/oleObject420.bin"/><Relationship Id="rId62" Type="http://schemas.openxmlformats.org/officeDocument/2006/relationships/image" Target="../media/image428.emf"/><Relationship Id="rId61" Type="http://schemas.openxmlformats.org/officeDocument/2006/relationships/oleObject" Target="../embeddings/oleObject419.bin"/><Relationship Id="rId60" Type="http://schemas.openxmlformats.org/officeDocument/2006/relationships/image" Target="../media/image427.emf"/><Relationship Id="rId6" Type="http://schemas.openxmlformats.org/officeDocument/2006/relationships/image" Target="../media/image400.emf"/><Relationship Id="rId59" Type="http://schemas.openxmlformats.org/officeDocument/2006/relationships/oleObject" Target="../embeddings/oleObject418.bin"/><Relationship Id="rId58" Type="http://schemas.openxmlformats.org/officeDocument/2006/relationships/image" Target="../media/image426.emf"/><Relationship Id="rId57" Type="http://schemas.openxmlformats.org/officeDocument/2006/relationships/oleObject" Target="../embeddings/oleObject417.bin"/><Relationship Id="rId56" Type="http://schemas.openxmlformats.org/officeDocument/2006/relationships/image" Target="../media/image425.emf"/><Relationship Id="rId55" Type="http://schemas.openxmlformats.org/officeDocument/2006/relationships/oleObject" Target="../embeddings/oleObject416.bin"/><Relationship Id="rId54" Type="http://schemas.openxmlformats.org/officeDocument/2006/relationships/image" Target="../media/image424.emf"/><Relationship Id="rId53" Type="http://schemas.openxmlformats.org/officeDocument/2006/relationships/oleObject" Target="../embeddings/oleObject415.bin"/><Relationship Id="rId52" Type="http://schemas.openxmlformats.org/officeDocument/2006/relationships/image" Target="../media/image423.emf"/><Relationship Id="rId51" Type="http://schemas.openxmlformats.org/officeDocument/2006/relationships/oleObject" Target="../embeddings/oleObject414.bin"/><Relationship Id="rId50" Type="http://schemas.openxmlformats.org/officeDocument/2006/relationships/image" Target="../media/image422.emf"/><Relationship Id="rId5" Type="http://schemas.openxmlformats.org/officeDocument/2006/relationships/oleObject" Target="../embeddings/oleObject391.bin"/><Relationship Id="rId49" Type="http://schemas.openxmlformats.org/officeDocument/2006/relationships/oleObject" Target="../embeddings/oleObject413.bin"/><Relationship Id="rId48" Type="http://schemas.openxmlformats.org/officeDocument/2006/relationships/image" Target="../media/image421.emf"/><Relationship Id="rId47" Type="http://schemas.openxmlformats.org/officeDocument/2006/relationships/oleObject" Target="../embeddings/oleObject412.bin"/><Relationship Id="rId46" Type="http://schemas.openxmlformats.org/officeDocument/2006/relationships/image" Target="../media/image420.emf"/><Relationship Id="rId45" Type="http://schemas.openxmlformats.org/officeDocument/2006/relationships/oleObject" Target="../embeddings/oleObject411.bin"/><Relationship Id="rId44" Type="http://schemas.openxmlformats.org/officeDocument/2006/relationships/image" Target="../media/image419.emf"/><Relationship Id="rId43" Type="http://schemas.openxmlformats.org/officeDocument/2006/relationships/oleObject" Target="../embeddings/oleObject410.bin"/><Relationship Id="rId42" Type="http://schemas.openxmlformats.org/officeDocument/2006/relationships/image" Target="../media/image418.emf"/><Relationship Id="rId41" Type="http://schemas.openxmlformats.org/officeDocument/2006/relationships/oleObject" Target="../embeddings/oleObject409.bin"/><Relationship Id="rId40" Type="http://schemas.openxmlformats.org/officeDocument/2006/relationships/image" Target="../media/image417.emf"/><Relationship Id="rId4" Type="http://schemas.openxmlformats.org/officeDocument/2006/relationships/image" Target="../media/image399.emf"/><Relationship Id="rId39" Type="http://schemas.openxmlformats.org/officeDocument/2006/relationships/oleObject" Target="../embeddings/oleObject408.bin"/><Relationship Id="rId38" Type="http://schemas.openxmlformats.org/officeDocument/2006/relationships/image" Target="../media/image416.emf"/><Relationship Id="rId37" Type="http://schemas.openxmlformats.org/officeDocument/2006/relationships/oleObject" Target="../embeddings/oleObject407.bin"/><Relationship Id="rId36" Type="http://schemas.openxmlformats.org/officeDocument/2006/relationships/image" Target="../media/image415.emf"/><Relationship Id="rId35" Type="http://schemas.openxmlformats.org/officeDocument/2006/relationships/oleObject" Target="../embeddings/oleObject406.bin"/><Relationship Id="rId34" Type="http://schemas.openxmlformats.org/officeDocument/2006/relationships/image" Target="../media/image414.emf"/><Relationship Id="rId33" Type="http://schemas.openxmlformats.org/officeDocument/2006/relationships/oleObject" Target="../embeddings/oleObject405.bin"/><Relationship Id="rId32" Type="http://schemas.openxmlformats.org/officeDocument/2006/relationships/image" Target="../media/image413.emf"/><Relationship Id="rId31" Type="http://schemas.openxmlformats.org/officeDocument/2006/relationships/oleObject" Target="../embeddings/oleObject404.bin"/><Relationship Id="rId30" Type="http://schemas.openxmlformats.org/officeDocument/2006/relationships/image" Target="../media/image412.emf"/><Relationship Id="rId3" Type="http://schemas.openxmlformats.org/officeDocument/2006/relationships/oleObject" Target="../embeddings/oleObject390.bin"/><Relationship Id="rId29" Type="http://schemas.openxmlformats.org/officeDocument/2006/relationships/oleObject" Target="../embeddings/oleObject403.bin"/><Relationship Id="rId28" Type="http://schemas.openxmlformats.org/officeDocument/2006/relationships/image" Target="../media/image411.emf"/><Relationship Id="rId27" Type="http://schemas.openxmlformats.org/officeDocument/2006/relationships/oleObject" Target="../embeddings/oleObject402.bin"/><Relationship Id="rId26" Type="http://schemas.openxmlformats.org/officeDocument/2006/relationships/image" Target="../media/image410.emf"/><Relationship Id="rId25" Type="http://schemas.openxmlformats.org/officeDocument/2006/relationships/oleObject" Target="../embeddings/oleObject401.bin"/><Relationship Id="rId24" Type="http://schemas.openxmlformats.org/officeDocument/2006/relationships/image" Target="../media/image409.emf"/><Relationship Id="rId23" Type="http://schemas.openxmlformats.org/officeDocument/2006/relationships/oleObject" Target="../embeddings/oleObject400.bin"/><Relationship Id="rId22" Type="http://schemas.openxmlformats.org/officeDocument/2006/relationships/image" Target="../media/image408.emf"/><Relationship Id="rId21" Type="http://schemas.openxmlformats.org/officeDocument/2006/relationships/oleObject" Target="../embeddings/oleObject399.bin"/><Relationship Id="rId20" Type="http://schemas.openxmlformats.org/officeDocument/2006/relationships/image" Target="../media/image407.emf"/><Relationship Id="rId2" Type="http://schemas.openxmlformats.org/officeDocument/2006/relationships/image" Target="../media/image398.emf"/><Relationship Id="rId19" Type="http://schemas.openxmlformats.org/officeDocument/2006/relationships/oleObject" Target="../embeddings/oleObject398.bin"/><Relationship Id="rId18" Type="http://schemas.openxmlformats.org/officeDocument/2006/relationships/image" Target="../media/image406.emf"/><Relationship Id="rId17" Type="http://schemas.openxmlformats.org/officeDocument/2006/relationships/oleObject" Target="../embeddings/oleObject397.bin"/><Relationship Id="rId16" Type="http://schemas.openxmlformats.org/officeDocument/2006/relationships/image" Target="../media/image405.emf"/><Relationship Id="rId15" Type="http://schemas.openxmlformats.org/officeDocument/2006/relationships/oleObject" Target="../embeddings/oleObject396.bin"/><Relationship Id="rId14" Type="http://schemas.openxmlformats.org/officeDocument/2006/relationships/image" Target="../media/image404.emf"/><Relationship Id="rId13" Type="http://schemas.openxmlformats.org/officeDocument/2006/relationships/oleObject" Target="../embeddings/oleObject395.bin"/><Relationship Id="rId12" Type="http://schemas.openxmlformats.org/officeDocument/2006/relationships/image" Target="../media/image403.emf"/><Relationship Id="rId11" Type="http://schemas.openxmlformats.org/officeDocument/2006/relationships/oleObject" Target="../embeddings/oleObject394.bin"/><Relationship Id="rId10" Type="http://schemas.openxmlformats.org/officeDocument/2006/relationships/image" Target="../media/image402.emf"/><Relationship Id="rId1" Type="http://schemas.openxmlformats.org/officeDocument/2006/relationships/oleObject" Target="../embeddings/oleObject389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5.bin"/><Relationship Id="rId8" Type="http://schemas.openxmlformats.org/officeDocument/2006/relationships/image" Target="../media/image433.wmf"/><Relationship Id="rId7" Type="http://schemas.openxmlformats.org/officeDocument/2006/relationships/oleObject" Target="../embeddings/oleObject424.bin"/><Relationship Id="rId6" Type="http://schemas.openxmlformats.org/officeDocument/2006/relationships/image" Target="../media/image432.wmf"/><Relationship Id="rId5" Type="http://schemas.openxmlformats.org/officeDocument/2006/relationships/oleObject" Target="../embeddings/oleObject423.bin"/><Relationship Id="rId4" Type="http://schemas.openxmlformats.org/officeDocument/2006/relationships/image" Target="../media/image431.wmf"/><Relationship Id="rId3" Type="http://schemas.openxmlformats.org/officeDocument/2006/relationships/oleObject" Target="../embeddings/oleObject422.bin"/><Relationship Id="rId2" Type="http://schemas.openxmlformats.org/officeDocument/2006/relationships/image" Target="../media/image430.wmf"/><Relationship Id="rId14" Type="http://schemas.openxmlformats.org/officeDocument/2006/relationships/vmlDrawing" Target="../drawings/vmlDrawing6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435.wmf"/><Relationship Id="rId11" Type="http://schemas.openxmlformats.org/officeDocument/2006/relationships/oleObject" Target="../embeddings/oleObject426.bin"/><Relationship Id="rId10" Type="http://schemas.openxmlformats.org/officeDocument/2006/relationships/image" Target="../media/image434.wmf"/><Relationship Id="rId1" Type="http://schemas.openxmlformats.org/officeDocument/2006/relationships/oleObject" Target="../embeddings/oleObject421.bin"/></Relationships>
</file>

<file path=ppt/slides/_rels/slide7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1.bin"/><Relationship Id="rId8" Type="http://schemas.openxmlformats.org/officeDocument/2006/relationships/image" Target="../media/image439.emf"/><Relationship Id="rId7" Type="http://schemas.openxmlformats.org/officeDocument/2006/relationships/oleObject" Target="../embeddings/oleObject430.bin"/><Relationship Id="rId6" Type="http://schemas.openxmlformats.org/officeDocument/2006/relationships/image" Target="../media/image438.emf"/><Relationship Id="rId5" Type="http://schemas.openxmlformats.org/officeDocument/2006/relationships/oleObject" Target="../embeddings/oleObject429.bin"/><Relationship Id="rId4" Type="http://schemas.openxmlformats.org/officeDocument/2006/relationships/image" Target="../media/image437.emf"/><Relationship Id="rId34" Type="http://schemas.openxmlformats.org/officeDocument/2006/relationships/vmlDrawing" Target="../drawings/vmlDrawing62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451.wmf"/><Relationship Id="rId31" Type="http://schemas.openxmlformats.org/officeDocument/2006/relationships/oleObject" Target="../embeddings/oleObject442.bin"/><Relationship Id="rId30" Type="http://schemas.openxmlformats.org/officeDocument/2006/relationships/image" Target="../media/image450.wmf"/><Relationship Id="rId3" Type="http://schemas.openxmlformats.org/officeDocument/2006/relationships/oleObject" Target="../embeddings/oleObject428.bin"/><Relationship Id="rId29" Type="http://schemas.openxmlformats.org/officeDocument/2006/relationships/oleObject" Target="../embeddings/oleObject441.bin"/><Relationship Id="rId28" Type="http://schemas.openxmlformats.org/officeDocument/2006/relationships/image" Target="../media/image449.emf"/><Relationship Id="rId27" Type="http://schemas.openxmlformats.org/officeDocument/2006/relationships/oleObject" Target="../embeddings/oleObject440.bin"/><Relationship Id="rId26" Type="http://schemas.openxmlformats.org/officeDocument/2006/relationships/image" Target="../media/image448.emf"/><Relationship Id="rId25" Type="http://schemas.openxmlformats.org/officeDocument/2006/relationships/oleObject" Target="../embeddings/oleObject439.bin"/><Relationship Id="rId24" Type="http://schemas.openxmlformats.org/officeDocument/2006/relationships/image" Target="../media/image447.emf"/><Relationship Id="rId23" Type="http://schemas.openxmlformats.org/officeDocument/2006/relationships/oleObject" Target="../embeddings/oleObject438.bin"/><Relationship Id="rId22" Type="http://schemas.openxmlformats.org/officeDocument/2006/relationships/image" Target="../media/image446.emf"/><Relationship Id="rId21" Type="http://schemas.openxmlformats.org/officeDocument/2006/relationships/oleObject" Target="../embeddings/oleObject437.bin"/><Relationship Id="rId20" Type="http://schemas.openxmlformats.org/officeDocument/2006/relationships/image" Target="../media/image445.emf"/><Relationship Id="rId2" Type="http://schemas.openxmlformats.org/officeDocument/2006/relationships/image" Target="../media/image436.emf"/><Relationship Id="rId19" Type="http://schemas.openxmlformats.org/officeDocument/2006/relationships/oleObject" Target="../embeddings/oleObject436.bin"/><Relationship Id="rId18" Type="http://schemas.openxmlformats.org/officeDocument/2006/relationships/image" Target="../media/image444.emf"/><Relationship Id="rId17" Type="http://schemas.openxmlformats.org/officeDocument/2006/relationships/oleObject" Target="../embeddings/oleObject435.bin"/><Relationship Id="rId16" Type="http://schemas.openxmlformats.org/officeDocument/2006/relationships/image" Target="../media/image443.emf"/><Relationship Id="rId15" Type="http://schemas.openxmlformats.org/officeDocument/2006/relationships/oleObject" Target="../embeddings/oleObject434.bin"/><Relationship Id="rId14" Type="http://schemas.openxmlformats.org/officeDocument/2006/relationships/image" Target="../media/image442.emf"/><Relationship Id="rId13" Type="http://schemas.openxmlformats.org/officeDocument/2006/relationships/oleObject" Target="../embeddings/oleObject433.bin"/><Relationship Id="rId12" Type="http://schemas.openxmlformats.org/officeDocument/2006/relationships/image" Target="../media/image441.emf"/><Relationship Id="rId11" Type="http://schemas.openxmlformats.org/officeDocument/2006/relationships/oleObject" Target="../embeddings/oleObject432.bin"/><Relationship Id="rId10" Type="http://schemas.openxmlformats.org/officeDocument/2006/relationships/image" Target="../media/image440.emf"/><Relationship Id="rId1" Type="http://schemas.openxmlformats.org/officeDocument/2006/relationships/oleObject" Target="../embeddings/oleObject427.bin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47.bin"/><Relationship Id="rId8" Type="http://schemas.openxmlformats.org/officeDocument/2006/relationships/image" Target="../media/image455.emf"/><Relationship Id="rId7" Type="http://schemas.openxmlformats.org/officeDocument/2006/relationships/oleObject" Target="../embeddings/oleObject446.bin"/><Relationship Id="rId6" Type="http://schemas.openxmlformats.org/officeDocument/2006/relationships/image" Target="../media/image454.emf"/><Relationship Id="rId5" Type="http://schemas.openxmlformats.org/officeDocument/2006/relationships/oleObject" Target="../embeddings/oleObject445.bin"/><Relationship Id="rId4" Type="http://schemas.openxmlformats.org/officeDocument/2006/relationships/image" Target="../media/image453.emf"/><Relationship Id="rId34" Type="http://schemas.openxmlformats.org/officeDocument/2006/relationships/vmlDrawing" Target="../drawings/vmlDrawing63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467.wmf"/><Relationship Id="rId31" Type="http://schemas.openxmlformats.org/officeDocument/2006/relationships/oleObject" Target="../embeddings/oleObject458.bin"/><Relationship Id="rId30" Type="http://schemas.openxmlformats.org/officeDocument/2006/relationships/image" Target="../media/image466.emf"/><Relationship Id="rId3" Type="http://schemas.openxmlformats.org/officeDocument/2006/relationships/oleObject" Target="../embeddings/oleObject444.bin"/><Relationship Id="rId29" Type="http://schemas.openxmlformats.org/officeDocument/2006/relationships/oleObject" Target="../embeddings/oleObject457.bin"/><Relationship Id="rId28" Type="http://schemas.openxmlformats.org/officeDocument/2006/relationships/image" Target="../media/image465.emf"/><Relationship Id="rId27" Type="http://schemas.openxmlformats.org/officeDocument/2006/relationships/oleObject" Target="../embeddings/oleObject456.bin"/><Relationship Id="rId26" Type="http://schemas.openxmlformats.org/officeDocument/2006/relationships/image" Target="../media/image464.emf"/><Relationship Id="rId25" Type="http://schemas.openxmlformats.org/officeDocument/2006/relationships/oleObject" Target="../embeddings/oleObject455.bin"/><Relationship Id="rId24" Type="http://schemas.openxmlformats.org/officeDocument/2006/relationships/image" Target="../media/image463.emf"/><Relationship Id="rId23" Type="http://schemas.openxmlformats.org/officeDocument/2006/relationships/oleObject" Target="../embeddings/oleObject454.bin"/><Relationship Id="rId22" Type="http://schemas.openxmlformats.org/officeDocument/2006/relationships/image" Target="../media/image462.emf"/><Relationship Id="rId21" Type="http://schemas.openxmlformats.org/officeDocument/2006/relationships/oleObject" Target="../embeddings/oleObject453.bin"/><Relationship Id="rId20" Type="http://schemas.openxmlformats.org/officeDocument/2006/relationships/image" Target="../media/image461.emf"/><Relationship Id="rId2" Type="http://schemas.openxmlformats.org/officeDocument/2006/relationships/image" Target="../media/image452.emf"/><Relationship Id="rId19" Type="http://schemas.openxmlformats.org/officeDocument/2006/relationships/oleObject" Target="../embeddings/oleObject452.bin"/><Relationship Id="rId18" Type="http://schemas.openxmlformats.org/officeDocument/2006/relationships/image" Target="../media/image460.emf"/><Relationship Id="rId17" Type="http://schemas.openxmlformats.org/officeDocument/2006/relationships/oleObject" Target="../embeddings/oleObject451.bin"/><Relationship Id="rId16" Type="http://schemas.openxmlformats.org/officeDocument/2006/relationships/image" Target="../media/image459.emf"/><Relationship Id="rId15" Type="http://schemas.openxmlformats.org/officeDocument/2006/relationships/oleObject" Target="../embeddings/oleObject450.bin"/><Relationship Id="rId14" Type="http://schemas.openxmlformats.org/officeDocument/2006/relationships/image" Target="../media/image458.emf"/><Relationship Id="rId13" Type="http://schemas.openxmlformats.org/officeDocument/2006/relationships/oleObject" Target="../embeddings/oleObject449.bin"/><Relationship Id="rId12" Type="http://schemas.openxmlformats.org/officeDocument/2006/relationships/image" Target="../media/image457.emf"/><Relationship Id="rId11" Type="http://schemas.openxmlformats.org/officeDocument/2006/relationships/oleObject" Target="../embeddings/oleObject448.bin"/><Relationship Id="rId10" Type="http://schemas.openxmlformats.org/officeDocument/2006/relationships/image" Target="../media/image456.emf"/><Relationship Id="rId1" Type="http://schemas.openxmlformats.org/officeDocument/2006/relationships/oleObject" Target="../embeddings/oleObject443.bin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71.emf"/><Relationship Id="rId7" Type="http://schemas.openxmlformats.org/officeDocument/2006/relationships/oleObject" Target="../embeddings/oleObject462.bin"/><Relationship Id="rId6" Type="http://schemas.openxmlformats.org/officeDocument/2006/relationships/image" Target="../media/image470.emf"/><Relationship Id="rId5" Type="http://schemas.openxmlformats.org/officeDocument/2006/relationships/oleObject" Target="../embeddings/oleObject461.bin"/><Relationship Id="rId4" Type="http://schemas.openxmlformats.org/officeDocument/2006/relationships/image" Target="../media/image469.emf"/><Relationship Id="rId3" Type="http://schemas.openxmlformats.org/officeDocument/2006/relationships/oleObject" Target="../embeddings/oleObject460.bin"/><Relationship Id="rId2" Type="http://schemas.openxmlformats.org/officeDocument/2006/relationships/image" Target="../media/image468.emf"/><Relationship Id="rId10" Type="http://schemas.openxmlformats.org/officeDocument/2006/relationships/vmlDrawing" Target="../drawings/vmlDrawing64.vml"/><Relationship Id="rId1" Type="http://schemas.openxmlformats.org/officeDocument/2006/relationships/oleObject" Target="../embeddings/oleObject459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7.bin"/><Relationship Id="rId8" Type="http://schemas.openxmlformats.org/officeDocument/2006/relationships/image" Target="../media/image475.emf"/><Relationship Id="rId7" Type="http://schemas.openxmlformats.org/officeDocument/2006/relationships/oleObject" Target="../embeddings/oleObject466.bin"/><Relationship Id="rId6" Type="http://schemas.openxmlformats.org/officeDocument/2006/relationships/image" Target="../media/image474.emf"/><Relationship Id="rId5" Type="http://schemas.openxmlformats.org/officeDocument/2006/relationships/oleObject" Target="../embeddings/oleObject465.bin"/><Relationship Id="rId4" Type="http://schemas.openxmlformats.org/officeDocument/2006/relationships/image" Target="../media/image473.emf"/><Relationship Id="rId3" Type="http://schemas.openxmlformats.org/officeDocument/2006/relationships/oleObject" Target="../embeddings/oleObject464.bin"/><Relationship Id="rId2" Type="http://schemas.openxmlformats.org/officeDocument/2006/relationships/image" Target="../media/image472.emf"/><Relationship Id="rId12" Type="http://schemas.openxmlformats.org/officeDocument/2006/relationships/vmlDrawing" Target="../drawings/vmlDrawing6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76.emf"/><Relationship Id="rId1" Type="http://schemas.openxmlformats.org/officeDocument/2006/relationships/oleObject" Target="../embeddings/oleObject463.bin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77.wmf"/><Relationship Id="rId3" Type="http://schemas.openxmlformats.org/officeDocument/2006/relationships/oleObject" Target="../embeddings/oleObject469.bin"/><Relationship Id="rId2" Type="http://schemas.openxmlformats.org/officeDocument/2006/relationships/image" Target="../media/image393.emf"/><Relationship Id="rId1" Type="http://schemas.openxmlformats.org/officeDocument/2006/relationships/oleObject" Target="../embeddings/oleObject468.bin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81.wmf"/><Relationship Id="rId7" Type="http://schemas.openxmlformats.org/officeDocument/2006/relationships/oleObject" Target="../embeddings/oleObject473.bin"/><Relationship Id="rId6" Type="http://schemas.openxmlformats.org/officeDocument/2006/relationships/image" Target="../media/image480.wmf"/><Relationship Id="rId5" Type="http://schemas.openxmlformats.org/officeDocument/2006/relationships/oleObject" Target="../embeddings/oleObject472.bin"/><Relationship Id="rId4" Type="http://schemas.openxmlformats.org/officeDocument/2006/relationships/image" Target="../media/image479.wmf"/><Relationship Id="rId3" Type="http://schemas.openxmlformats.org/officeDocument/2006/relationships/oleObject" Target="../embeddings/oleObject471.bin"/><Relationship Id="rId2" Type="http://schemas.openxmlformats.org/officeDocument/2006/relationships/image" Target="../media/image478.wmf"/><Relationship Id="rId10" Type="http://schemas.openxmlformats.org/officeDocument/2006/relationships/vmlDrawing" Target="../drawings/vmlDrawing67.vml"/><Relationship Id="rId1" Type="http://schemas.openxmlformats.org/officeDocument/2006/relationships/oleObject" Target="../embeddings/oleObject470.bin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78.bin"/><Relationship Id="rId8" Type="http://schemas.openxmlformats.org/officeDocument/2006/relationships/image" Target="../media/image485.wmf"/><Relationship Id="rId7" Type="http://schemas.openxmlformats.org/officeDocument/2006/relationships/oleObject" Target="../embeddings/oleObject477.bin"/><Relationship Id="rId6" Type="http://schemas.openxmlformats.org/officeDocument/2006/relationships/image" Target="../media/image484.wmf"/><Relationship Id="rId5" Type="http://schemas.openxmlformats.org/officeDocument/2006/relationships/oleObject" Target="../embeddings/oleObject476.bin"/><Relationship Id="rId4" Type="http://schemas.openxmlformats.org/officeDocument/2006/relationships/image" Target="../media/image483.wmf"/><Relationship Id="rId3" Type="http://schemas.openxmlformats.org/officeDocument/2006/relationships/oleObject" Target="../embeddings/oleObject475.bin"/><Relationship Id="rId2" Type="http://schemas.openxmlformats.org/officeDocument/2006/relationships/image" Target="../media/image482.wmf"/><Relationship Id="rId12" Type="http://schemas.openxmlformats.org/officeDocument/2006/relationships/vmlDrawing" Target="../drawings/vmlDrawing68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86.wmf"/><Relationship Id="rId1" Type="http://schemas.openxmlformats.org/officeDocument/2006/relationships/oleObject" Target="../embeddings/oleObject474.bin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3.bin"/><Relationship Id="rId8" Type="http://schemas.openxmlformats.org/officeDocument/2006/relationships/image" Target="../media/image490.wmf"/><Relationship Id="rId7" Type="http://schemas.openxmlformats.org/officeDocument/2006/relationships/oleObject" Target="../embeddings/oleObject482.bin"/><Relationship Id="rId6" Type="http://schemas.openxmlformats.org/officeDocument/2006/relationships/image" Target="../media/image489.wmf"/><Relationship Id="rId5" Type="http://schemas.openxmlformats.org/officeDocument/2006/relationships/oleObject" Target="../embeddings/oleObject481.bin"/><Relationship Id="rId4" Type="http://schemas.openxmlformats.org/officeDocument/2006/relationships/image" Target="../media/image488.wmf"/><Relationship Id="rId3" Type="http://schemas.openxmlformats.org/officeDocument/2006/relationships/oleObject" Target="../embeddings/oleObject480.bin"/><Relationship Id="rId2" Type="http://schemas.openxmlformats.org/officeDocument/2006/relationships/image" Target="../media/image487.wmf"/><Relationship Id="rId16" Type="http://schemas.openxmlformats.org/officeDocument/2006/relationships/vmlDrawing" Target="../drawings/vmlDrawing6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93.wmf"/><Relationship Id="rId13" Type="http://schemas.openxmlformats.org/officeDocument/2006/relationships/oleObject" Target="../embeddings/oleObject485.bin"/><Relationship Id="rId12" Type="http://schemas.openxmlformats.org/officeDocument/2006/relationships/image" Target="../media/image492.wmf"/><Relationship Id="rId11" Type="http://schemas.openxmlformats.org/officeDocument/2006/relationships/oleObject" Target="../embeddings/oleObject484.bin"/><Relationship Id="rId10" Type="http://schemas.openxmlformats.org/officeDocument/2006/relationships/image" Target="../media/image491.wmf"/><Relationship Id="rId1" Type="http://schemas.openxmlformats.org/officeDocument/2006/relationships/oleObject" Target="../embeddings/oleObject479.bin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7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4.emf"/><Relationship Id="rId1" Type="http://schemas.openxmlformats.org/officeDocument/2006/relationships/oleObject" Target="../embeddings/oleObject486.bin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42583" y="1191578"/>
            <a:ext cx="8458200" cy="1524000"/>
          </a:xfrm>
        </p:spPr>
        <p:txBody>
          <a:bodyPr lIns="92075" tIns="46038" rIns="92075" bIns="46038"/>
          <a:lstStyle/>
          <a:p>
            <a:pPr eaLnBrk="1" hangingPunct="1">
              <a:defRPr/>
            </a:pPr>
            <a:r>
              <a:rPr lang="en-US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zh-CN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概率论</a:t>
            </a:r>
            <a:r>
              <a:rPr lang="zh-CN" altLang="en-US" sz="7200" b="1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与数理统计</a:t>
            </a:r>
            <a:endParaRPr lang="zh-CN" altLang="en-US" sz="3600" b="1">
              <a:solidFill>
                <a:schemeClr val="fol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330" y="3331845"/>
            <a:ext cx="7162800" cy="147701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               2019-2020</a:t>
            </a:r>
            <a:r>
              <a:rPr lang="zh-CN" altLang="zh-CN" sz="2800" b="1" dirty="0">
                <a:solidFill>
                  <a:schemeClr val="tx2"/>
                </a:solidFill>
                <a:ea typeface="华文彩云" panose="02010800040101010101" pitchFamily="2" charset="-122"/>
              </a:rPr>
              <a:t>学年第二学期</a:t>
            </a:r>
            <a:endParaRPr lang="zh-CN" altLang="zh-CN" sz="2800" b="1" dirty="0">
              <a:solidFill>
                <a:schemeClr val="tx2"/>
              </a:solidFill>
              <a:ea typeface="华文彩云" panose="02010800040101010101" pitchFamily="2" charset="-122"/>
            </a:endParaRPr>
          </a:p>
        </p:txBody>
      </p:sp>
    </p:spTree>
  </p:cSld>
  <p:clrMapOvr>
    <a:masterClrMapping/>
  </p:clrMapOvr>
  <p:transition advTm="10000">
    <p:zoom/>
    <p:sndAc>
      <p:stSnd>
        <p:snd r:embed="rId1" name="TYP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dvAuto="0" autoUpdateAnimBg="0" build="p"/>
      <p:bldP spid="30723" grpId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539750" y="2133600"/>
            <a:ext cx="7848600" cy="206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ClrTx/>
              <a:buSzTx/>
              <a:buFontTx/>
              <a:buNone/>
            </a:pPr>
            <a:r>
              <a:rPr kumimoji="1" lang="zh-CN" altLang="en-US" sz="2400" b="0">
                <a:solidFill>
                  <a:srgbClr val="FFFF00"/>
                </a:solidFill>
                <a:ea typeface="华文新魏" panose="02010800040101010101" pitchFamily="2" charset="-122"/>
              </a:rPr>
              <a:t>        </a:t>
            </a:r>
            <a:r>
              <a:rPr kumimoji="1" lang="zh-CN" altLang="en-US" sz="3600" b="0">
                <a:ea typeface="华文新魏" panose="02010800040101010101" pitchFamily="2" charset="-122"/>
              </a:rPr>
              <a:t>设随机变量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X</a:t>
            </a:r>
            <a:r>
              <a:rPr kumimoji="1" lang="en-US" altLang="zh-CN" sz="3600" b="0">
                <a:ea typeface="华文新魏" panose="02010800040101010101" pitchFamily="2" charset="-122"/>
              </a:rPr>
              <a:t> </a:t>
            </a:r>
            <a:r>
              <a:rPr kumimoji="1" lang="zh-CN" altLang="en-US" sz="3600" b="0">
                <a:ea typeface="华文新魏" panose="02010800040101010101" pitchFamily="2" charset="-122"/>
              </a:rPr>
              <a:t>的分布已知，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Y=g</a:t>
            </a:r>
            <a:r>
              <a:rPr kumimoji="1" lang="en-US" altLang="zh-CN" sz="3600" b="0">
                <a:ea typeface="华文新魏" panose="02010800040101010101" pitchFamily="2" charset="-122"/>
              </a:rPr>
              <a:t>(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X</a:t>
            </a:r>
            <a:r>
              <a:rPr kumimoji="1" lang="en-US" altLang="zh-CN" sz="3600" b="0">
                <a:ea typeface="华文新魏" panose="02010800040101010101" pitchFamily="2" charset="-122"/>
              </a:rPr>
              <a:t>) (</a:t>
            </a:r>
            <a:r>
              <a:rPr kumimoji="1" lang="zh-CN" altLang="en-US" sz="3600" b="0">
                <a:ea typeface="华文新魏" panose="02010800040101010101" pitchFamily="2" charset="-122"/>
              </a:rPr>
              <a:t>如果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Y</a:t>
            </a:r>
            <a:r>
              <a:rPr kumimoji="1" lang="zh-CN" altLang="en-US" sz="3600" b="0">
                <a:ea typeface="华文新魏" panose="02010800040101010101" pitchFamily="2" charset="-122"/>
              </a:rPr>
              <a:t>也是随机变量</a:t>
            </a:r>
            <a:r>
              <a:rPr kumimoji="1" lang="en-US" altLang="zh-CN" sz="3600" b="0">
                <a:ea typeface="华文新魏" panose="02010800040101010101" pitchFamily="2" charset="-122"/>
              </a:rPr>
              <a:t>)</a:t>
            </a:r>
            <a:r>
              <a:rPr kumimoji="1" lang="zh-CN" altLang="en-US" sz="3600" b="0">
                <a:ea typeface="华文新魏" panose="02010800040101010101" pitchFamily="2" charset="-122"/>
              </a:rPr>
              <a:t>，如何由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X</a:t>
            </a:r>
            <a:r>
              <a:rPr kumimoji="1" lang="zh-CN" altLang="en-US" sz="3600" b="0">
                <a:ea typeface="华文新魏" panose="02010800040101010101" pitchFamily="2" charset="-122"/>
              </a:rPr>
              <a:t>的分布求出</a:t>
            </a:r>
            <a:r>
              <a:rPr kumimoji="1" lang="en-US" altLang="zh-CN" sz="3600" b="0" i="1">
                <a:ea typeface="华文新魏" panose="02010800040101010101" pitchFamily="2" charset="-122"/>
              </a:rPr>
              <a:t>Y</a:t>
            </a:r>
            <a:r>
              <a:rPr kumimoji="1" lang="zh-CN" altLang="zh-CN" sz="3600" b="0">
                <a:ea typeface="华文新魏" panose="02010800040101010101" pitchFamily="2" charset="-122"/>
              </a:rPr>
              <a:t>的分布？</a:t>
            </a:r>
            <a:endParaRPr kumimoji="1" lang="zh-CN" altLang="en-US" sz="3600" b="0"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762000" y="4498975"/>
            <a:ext cx="5992813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>
                <a:ea typeface="华文新魏" panose="02010800040101010101" pitchFamily="2" charset="-122"/>
              </a:rPr>
              <a:t>如果</a:t>
            </a:r>
            <a:r>
              <a:rPr kumimoji="1" lang="en-US" altLang="zh-CN" sz="2400" b="0" i="1">
                <a:ea typeface="华文新魏" panose="02010800040101010101" pitchFamily="2" charset="-122"/>
              </a:rPr>
              <a:t>g</a:t>
            </a:r>
            <a:r>
              <a:rPr kumimoji="1" lang="en-US" altLang="zh-CN" sz="2400" b="0">
                <a:ea typeface="华文新魏" panose="02010800040101010101" pitchFamily="2" charset="-122"/>
              </a:rPr>
              <a:t>(</a:t>
            </a:r>
            <a:r>
              <a:rPr kumimoji="1" lang="en-US" altLang="zh-CN" sz="2400" b="0" i="1">
                <a:ea typeface="华文新魏" panose="02010800040101010101" pitchFamily="2" charset="-122"/>
              </a:rPr>
              <a:t>x</a:t>
            </a:r>
            <a:r>
              <a:rPr kumimoji="1" lang="en-US" altLang="zh-CN" sz="2400" b="0" i="1" baseline="-25000">
                <a:ea typeface="华文新魏" panose="02010800040101010101" pitchFamily="2" charset="-122"/>
              </a:rPr>
              <a:t>k</a:t>
            </a:r>
            <a:r>
              <a:rPr kumimoji="1" lang="en-US" altLang="zh-CN" sz="2400" b="0">
                <a:ea typeface="华文新魏" panose="02010800040101010101" pitchFamily="2" charset="-122"/>
              </a:rPr>
              <a:t>)</a:t>
            </a:r>
            <a:r>
              <a:rPr kumimoji="1" lang="zh-CN" altLang="en-US" sz="2400" b="0">
                <a:ea typeface="华文新魏" panose="02010800040101010101" pitchFamily="2" charset="-122"/>
              </a:rPr>
              <a:t>中有一些是相同的，把它们作适当</a:t>
            </a:r>
            <a:endParaRPr kumimoji="1" lang="zh-CN" altLang="en-US" sz="2400" b="0"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>
                <a:ea typeface="华文新魏" panose="02010800040101010101" pitchFamily="2" charset="-122"/>
              </a:rPr>
              <a:t>并项即可.</a:t>
            </a:r>
            <a:endParaRPr kumimoji="1" lang="zh-CN" altLang="en-US" sz="2400" b="0">
              <a:ea typeface="华文新魏" panose="02010800040101010101" pitchFamily="2" charset="-122"/>
            </a:endParaRP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271588" y="690563"/>
            <a:ext cx="5668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400" b="0">
                <a:ea typeface="华文新魏" panose="02010800040101010101" pitchFamily="2" charset="-122"/>
              </a:rPr>
              <a:t>一般，若</a:t>
            </a:r>
            <a:r>
              <a:rPr kumimoji="1" lang="en-US" altLang="zh-CN" sz="2400" b="0" i="1">
                <a:ea typeface="华文新魏" panose="02010800040101010101" pitchFamily="2" charset="-122"/>
              </a:rPr>
              <a:t>X</a:t>
            </a:r>
            <a:r>
              <a:rPr kumimoji="1" lang="zh-CN" altLang="en-US" sz="2400" b="0">
                <a:ea typeface="华文新魏" panose="02010800040101010101" pitchFamily="2" charset="-122"/>
              </a:rPr>
              <a:t>是离散型 </a:t>
            </a:r>
            <a:r>
              <a:rPr kumimoji="1" lang="en-US" altLang="zh-CN" sz="2400" b="0" i="1">
                <a:ea typeface="华文新魏" panose="02010800040101010101" pitchFamily="2" charset="-122"/>
              </a:rPr>
              <a:t>r.v ，X</a:t>
            </a:r>
            <a:r>
              <a:rPr kumimoji="1" lang="zh-CN" altLang="en-US" sz="2400" b="0">
                <a:ea typeface="华文新魏" panose="02010800040101010101" pitchFamily="2" charset="-122"/>
              </a:rPr>
              <a:t>的概率函数为</a:t>
            </a:r>
            <a:endParaRPr kumimoji="1" lang="zh-CN" altLang="en-US" sz="2400" b="0">
              <a:solidFill>
                <a:srgbClr val="FFFF00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2057400" y="1524000"/>
            <a:ext cx="3611563" cy="1219200"/>
            <a:chOff x="1296" y="960"/>
            <a:chExt cx="2275" cy="768"/>
          </a:xfrm>
        </p:grpSpPr>
        <p:sp>
          <p:nvSpPr>
            <p:cNvPr id="115721" name="Text Box 7"/>
            <p:cNvSpPr txBox="1">
              <a:spLocks noChangeArrowheads="1"/>
            </p:cNvSpPr>
            <p:nvPr/>
          </p:nvSpPr>
          <p:spPr bwMode="auto">
            <a:xfrm>
              <a:off x="1296" y="1112"/>
              <a:ext cx="28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0" i="1">
                  <a:ea typeface="华文新魏" panose="02010800040101010101" pitchFamily="2" charset="-122"/>
                </a:rPr>
                <a:t>X</a:t>
              </a:r>
              <a:endParaRPr kumimoji="1" lang="en-US" altLang="zh-CN" sz="2400" b="0"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15722" name="Object 8"/>
            <p:cNvGraphicFramePr>
              <a:graphicFrameLocks noChangeAspect="1"/>
            </p:cNvGraphicFramePr>
            <p:nvPr/>
          </p:nvGraphicFramePr>
          <p:xfrm>
            <a:off x="1971" y="960"/>
            <a:ext cx="1600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52" name="公式" r:id="rId1" imgW="942975" imgH="433070" progId="Equation.3">
                    <p:embed/>
                  </p:oleObj>
                </mc:Choice>
                <mc:Fallback>
                  <p:oleObj name="公式" r:id="rId1" imgW="942975" imgH="43307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1" y="960"/>
                          <a:ext cx="1600" cy="7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723" name="Rectangle 9"/>
            <p:cNvSpPr>
              <a:spLocks noChangeArrowheads="1"/>
            </p:cNvSpPr>
            <p:nvPr/>
          </p:nvSpPr>
          <p:spPr bwMode="auto">
            <a:xfrm>
              <a:off x="1584" y="1108"/>
              <a:ext cx="3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0">
                  <a:ea typeface="华文新魏" panose="02010800040101010101" pitchFamily="2" charset="-122"/>
                </a:rPr>
                <a:t>～</a:t>
              </a:r>
              <a:endParaRPr kumimoji="1" lang="zh-CN" altLang="en-US" sz="2400" b="0">
                <a:solidFill>
                  <a:srgbClr val="FFFF00"/>
                </a:solidFill>
                <a:ea typeface="华文新魏" panose="02010800040101010101" pitchFamily="2" charset="-122"/>
              </a:endParaRPr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1143000" y="2971800"/>
            <a:ext cx="6786563" cy="1219200"/>
            <a:chOff x="480" y="1872"/>
            <a:chExt cx="4275" cy="768"/>
          </a:xfrm>
        </p:grpSpPr>
        <p:sp>
          <p:nvSpPr>
            <p:cNvPr id="115718" name="Text Box 11"/>
            <p:cNvSpPr txBox="1">
              <a:spLocks noChangeArrowheads="1"/>
            </p:cNvSpPr>
            <p:nvPr/>
          </p:nvSpPr>
          <p:spPr bwMode="auto">
            <a:xfrm>
              <a:off x="480" y="2019"/>
              <a:ext cx="1389" cy="3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0">
                  <a:ea typeface="华文新魏" panose="02010800040101010101" pitchFamily="2" charset="-122"/>
                </a:rPr>
                <a:t>则   </a:t>
              </a:r>
              <a:r>
                <a:rPr kumimoji="1" lang="en-US" altLang="zh-CN" sz="2400" b="0" i="1">
                  <a:ea typeface="华文新魏" panose="02010800040101010101" pitchFamily="2" charset="-122"/>
                </a:rPr>
                <a:t>Y=g(X)</a:t>
              </a:r>
              <a:endParaRPr kumimoji="1" lang="en-US" altLang="zh-CN" sz="2400" b="0">
                <a:ea typeface="华文新魏" panose="02010800040101010101" pitchFamily="2" charset="-122"/>
              </a:endParaRPr>
            </a:p>
          </p:txBody>
        </p:sp>
        <p:sp>
          <p:nvSpPr>
            <p:cNvPr id="115719" name="Rectangle 12"/>
            <p:cNvSpPr>
              <a:spLocks noChangeArrowheads="1"/>
            </p:cNvSpPr>
            <p:nvPr/>
          </p:nvSpPr>
          <p:spPr bwMode="auto">
            <a:xfrm>
              <a:off x="1872" y="2063"/>
              <a:ext cx="372" cy="3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0">
                  <a:ea typeface="华文新魏" panose="02010800040101010101" pitchFamily="2" charset="-122"/>
                </a:rPr>
                <a:t>～</a:t>
              </a:r>
              <a:endParaRPr kumimoji="1" lang="zh-CN" altLang="en-US" sz="2400" b="0">
                <a:ea typeface="华文新魏" panose="02010800040101010101" pitchFamily="2" charset="-122"/>
              </a:endParaRPr>
            </a:p>
          </p:txBody>
        </p:sp>
        <p:graphicFrame>
          <p:nvGraphicFramePr>
            <p:cNvPr id="115720" name="Object 13"/>
            <p:cNvGraphicFramePr>
              <a:graphicFrameLocks noChangeAspect="1"/>
            </p:cNvGraphicFramePr>
            <p:nvPr/>
          </p:nvGraphicFramePr>
          <p:xfrm>
            <a:off x="2200" y="1872"/>
            <a:ext cx="2555" cy="7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53" name="公式" r:id="rId3" imgW="1543050" imgH="433070" progId="Equation.3">
                    <p:embed/>
                  </p:oleObj>
                </mc:Choice>
                <mc:Fallback>
                  <p:oleObj name="公式" r:id="rId3" imgW="1543050" imgH="43307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1872"/>
                          <a:ext cx="2555" cy="76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0" grpId="0" autoUpdateAnimBg="0"/>
      <p:bldP spid="15258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8" name="Text Box 2"/>
          <p:cNvSpPr txBox="1">
            <a:spLocks noChangeArrowheads="1"/>
          </p:cNvSpPr>
          <p:nvPr/>
        </p:nvSpPr>
        <p:spPr bwMode="auto">
          <a:xfrm>
            <a:off x="685800" y="1463675"/>
            <a:ext cx="7693025" cy="4482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已知</a:t>
            </a:r>
            <a:r>
              <a:rPr kumimoji="1" lang="zh-CN" altLang="en-US" sz="2800" b="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的分布密度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求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b="0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 )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的分布函数或分布密度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只取可列个值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a,b,c,......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是离散型随机变量，求其分布律：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P(Y=a)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</a:rPr>
              <a:t>,P(Y=b), P(Y=c), ......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zh-CN" sz="2800" b="0">
                <a:latin typeface="Times New Roman" panose="02020603050405020304" pitchFamily="18" charset="0"/>
                <a:ea typeface="楷体_GB2312" pitchFamily="49" charset="-122"/>
              </a:rPr>
              <a:t>例如：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P(Y=a)=P(X in A)=f(x)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在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上的积分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, 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           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而 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A={x: g(x)=a}</a:t>
            </a: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若</a:t>
            </a:r>
            <a:r>
              <a:rPr kumimoji="1" lang="en-US" altLang="zh-CN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Y</a:t>
            </a:r>
            <a:r>
              <a:rPr kumimoji="1" lang="zh-CN" altLang="en-US" sz="2800" b="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的值域为区间，则要求其分布密度</a:t>
            </a:r>
            <a:endParaRPr kumimoji="1" lang="zh-CN" altLang="en-US" sz="2800" b="0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sz="2800" b="0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</p:txBody>
      </p:sp>
      <p:grpSp>
        <p:nvGrpSpPr>
          <p:cNvPr id="429061" name="Group 5"/>
          <p:cNvGrpSpPr/>
          <p:nvPr/>
        </p:nvGrpSpPr>
        <p:grpSpPr bwMode="auto">
          <a:xfrm>
            <a:off x="685800" y="654050"/>
            <a:ext cx="5168900" cy="641350"/>
            <a:chOff x="576" y="172"/>
            <a:chExt cx="3256" cy="404"/>
          </a:xfrm>
        </p:grpSpPr>
        <p:sp>
          <p:nvSpPr>
            <p:cNvPr id="119812" name="Text Box 6"/>
            <p:cNvSpPr txBox="1">
              <a:spLocks noChangeArrowheads="1"/>
            </p:cNvSpPr>
            <p:nvPr/>
          </p:nvSpPr>
          <p:spPr bwMode="auto">
            <a:xfrm>
              <a:off x="852" y="172"/>
              <a:ext cx="298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3600" b="0">
                  <a:solidFill>
                    <a:srgbClr val="FFFF99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kumimoji="1" lang="zh-CN" altLang="en-US" sz="360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连续型 </a:t>
              </a:r>
              <a:r>
                <a:rPr kumimoji="1" lang="en-US" altLang="zh-CN" sz="360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r.v.</a:t>
              </a:r>
              <a:r>
                <a:rPr kumimoji="1" lang="zh-CN" altLang="en-US" sz="3600">
                  <a:solidFill>
                    <a:srgbClr val="FFFF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函数的分布</a:t>
              </a:r>
              <a:endParaRPr kumimoji="1" lang="zh-CN" altLang="en-US" sz="360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19813" name="Oval 7"/>
            <p:cNvSpPr>
              <a:spLocks noChangeArrowheads="1"/>
            </p:cNvSpPr>
            <p:nvPr/>
          </p:nvSpPr>
          <p:spPr bwMode="auto">
            <a:xfrm>
              <a:off x="576" y="288"/>
              <a:ext cx="240" cy="144"/>
            </a:xfrm>
            <a:prstGeom prst="ellipse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9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2905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90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9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9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29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29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29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9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29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58" grpId="0" autoUpdateAnimBg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092013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" y="407670"/>
            <a:ext cx="8663940" cy="5849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0194" name="Object 2"/>
          <p:cNvGraphicFramePr>
            <a:graphicFrameLocks noChangeAspect="1"/>
          </p:cNvGraphicFramePr>
          <p:nvPr/>
        </p:nvGraphicFramePr>
        <p:xfrm>
          <a:off x="1025525" y="142875"/>
          <a:ext cx="712152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4" name="Equation" r:id="rId1" imgW="2489200" imgH="457200" progId="Equation.DSMT4">
                  <p:embed/>
                </p:oleObj>
              </mc:Choice>
              <mc:Fallback>
                <p:oleObj name="Equation" r:id="rId1" imgW="2489200" imgH="457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142875"/>
                        <a:ext cx="7121525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5" name="Object 3"/>
          <p:cNvGraphicFramePr>
            <a:graphicFrameLocks noChangeAspect="1"/>
          </p:cNvGraphicFramePr>
          <p:nvPr/>
        </p:nvGraphicFramePr>
        <p:xfrm>
          <a:off x="714375" y="1500188"/>
          <a:ext cx="77597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5" name="公式" r:id="rId3" imgW="2654300" imgH="215900" progId="Equation.3">
                  <p:embed/>
                </p:oleObj>
              </mc:Choice>
              <mc:Fallback>
                <p:oleObj name="公式" r:id="rId3" imgW="2654300" imgH="215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1500188"/>
                        <a:ext cx="77597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6" name="Object 4"/>
          <p:cNvGraphicFramePr>
            <a:graphicFrameLocks noChangeAspect="1"/>
          </p:cNvGraphicFramePr>
          <p:nvPr/>
        </p:nvGraphicFramePr>
        <p:xfrm>
          <a:off x="1060450" y="2270125"/>
          <a:ext cx="373697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6" name="Equation" r:id="rId5" imgW="1409700" imgH="228600" progId="Equation.DSMT4">
                  <p:embed/>
                </p:oleObj>
              </mc:Choice>
              <mc:Fallback>
                <p:oleObj name="Equation" r:id="rId5" imgW="140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450" y="2270125"/>
                        <a:ext cx="373697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7" name="Object 5"/>
          <p:cNvGraphicFramePr>
            <a:graphicFrameLocks noChangeAspect="1"/>
          </p:cNvGraphicFramePr>
          <p:nvPr/>
        </p:nvGraphicFramePr>
        <p:xfrm>
          <a:off x="957263" y="3068638"/>
          <a:ext cx="79771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7" name="Equation" r:id="rId7" imgW="2921000" imgH="292100" progId="Equation.DSMT4">
                  <p:embed/>
                </p:oleObj>
              </mc:Choice>
              <mc:Fallback>
                <p:oleObj name="Equation" r:id="rId7" imgW="2921000" imgH="292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7263" y="3068638"/>
                        <a:ext cx="79771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8" name="Object 6"/>
          <p:cNvGraphicFramePr>
            <a:graphicFrameLocks noChangeAspect="1"/>
          </p:cNvGraphicFramePr>
          <p:nvPr/>
        </p:nvGraphicFramePr>
        <p:xfrm>
          <a:off x="900113" y="4005263"/>
          <a:ext cx="801528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8" name="Equation" r:id="rId9" imgW="3060700" imgH="254000" progId="Equation.DSMT4">
                  <p:embed/>
                </p:oleObj>
              </mc:Choice>
              <mc:Fallback>
                <p:oleObj name="Equation" r:id="rId9" imgW="3060700" imgH="2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005263"/>
                        <a:ext cx="8015287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0199" name="Object 7"/>
          <p:cNvGraphicFramePr>
            <a:graphicFrameLocks noChangeAspect="1"/>
          </p:cNvGraphicFramePr>
          <p:nvPr/>
        </p:nvGraphicFramePr>
        <p:xfrm>
          <a:off x="2716213" y="5046663"/>
          <a:ext cx="2559050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29" name="Equation" r:id="rId11" imgW="990600" imgH="419100" progId="Equation.DSMT4">
                  <p:embed/>
                </p:oleObj>
              </mc:Choice>
              <mc:Fallback>
                <p:oleObj name="Equation" r:id="rId11" imgW="990600" imgH="419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6213" y="5046663"/>
                        <a:ext cx="2559050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2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82" name="Text Box 2"/>
          <p:cNvSpPr txBox="1">
            <a:spLocks noChangeArrowheads="1"/>
          </p:cNvSpPr>
          <p:nvPr/>
        </p:nvSpPr>
        <p:spPr bwMode="auto">
          <a:xfrm>
            <a:off x="517525" y="273050"/>
            <a:ext cx="4048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例3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 已知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的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d.f.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0083" name="Object 3"/>
          <p:cNvGraphicFramePr>
            <a:graphicFrameLocks noChangeAspect="1"/>
          </p:cNvGraphicFramePr>
          <p:nvPr/>
        </p:nvGraphicFramePr>
        <p:xfrm>
          <a:off x="4648200" y="304800"/>
          <a:ext cx="320040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8" name="Equation" r:id="rId4" imgW="1133475" imgH="163830" progId="Equation.3">
                  <p:embed/>
                </p:oleObj>
              </mc:Choice>
              <mc:Fallback>
                <p:oleObj name="Equation" r:id="rId4" imgW="1133475" imgH="163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04800"/>
                        <a:ext cx="320040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84" name="Text Box 4"/>
          <p:cNvSpPr txBox="1">
            <a:spLocks noChangeArrowheads="1"/>
          </p:cNvSpPr>
          <p:nvPr/>
        </p:nvSpPr>
        <p:spPr bwMode="auto">
          <a:xfrm>
            <a:off x="2270125" y="925513"/>
            <a:ext cx="63404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为常数，且</a:t>
            </a:r>
            <a:r>
              <a:rPr kumimoji="1" lang="zh-CN" altLang="en-US" sz="3600" b="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a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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0,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求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3600" b="0" i="1" baseline="-25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Y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(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y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)</a:t>
            </a:r>
            <a:endParaRPr kumimoji="1" lang="en-US" altLang="zh-CN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085" name="Text Box 5"/>
          <p:cNvSpPr txBox="1">
            <a:spLocks noChangeArrowheads="1"/>
          </p:cNvSpPr>
          <p:nvPr/>
        </p:nvSpPr>
        <p:spPr bwMode="auto">
          <a:xfrm>
            <a:off x="533400" y="1447800"/>
            <a:ext cx="6445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>
                <a:solidFill>
                  <a:srgbClr val="66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zh-CN" altLang="en-US" sz="3600">
              <a:solidFill>
                <a:srgbClr val="66FF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30086" name="Object 6"/>
          <p:cNvGraphicFramePr>
            <a:graphicFrameLocks noChangeAspect="1"/>
          </p:cNvGraphicFramePr>
          <p:nvPr/>
        </p:nvGraphicFramePr>
        <p:xfrm>
          <a:off x="2146300" y="1663700"/>
          <a:ext cx="280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19" name="Equation" r:id="rId6" imgW="2752725" imgH="414020" progId="Equation.3">
                  <p:embed/>
                </p:oleObj>
              </mc:Choice>
              <mc:Fallback>
                <p:oleObj name="Equation" r:id="rId6" imgW="2752725" imgH="4140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1663700"/>
                        <a:ext cx="280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7" name="Object 7"/>
          <p:cNvGraphicFramePr>
            <a:graphicFrameLocks noChangeAspect="1"/>
          </p:cNvGraphicFramePr>
          <p:nvPr/>
        </p:nvGraphicFramePr>
        <p:xfrm>
          <a:off x="2590800" y="2266950"/>
          <a:ext cx="2616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0" name="Equation" r:id="rId8" imgW="2562225" imgH="375285" progId="Equation.3">
                  <p:embed/>
                </p:oleObj>
              </mc:Choice>
              <mc:Fallback>
                <p:oleObj name="Equation" r:id="rId8" imgW="2562225" imgH="3752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266950"/>
                        <a:ext cx="2616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8" name="Object 8"/>
          <p:cNvGraphicFramePr>
            <a:graphicFrameLocks noChangeAspect="1"/>
          </p:cNvGraphicFramePr>
          <p:nvPr/>
        </p:nvGraphicFramePr>
        <p:xfrm>
          <a:off x="2057400" y="3352800"/>
          <a:ext cx="39179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1" name="Equation" r:id="rId10" imgW="1571625" imgH="375285" progId="Equation.DSMT4">
                  <p:embed/>
                </p:oleObj>
              </mc:Choice>
              <mc:Fallback>
                <p:oleObj name="Equation" r:id="rId10" imgW="1571625" imgH="37528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352800"/>
                        <a:ext cx="39179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9" name="Object 9"/>
          <p:cNvGraphicFramePr>
            <a:graphicFrameLocks noChangeAspect="1"/>
          </p:cNvGraphicFramePr>
          <p:nvPr/>
        </p:nvGraphicFramePr>
        <p:xfrm>
          <a:off x="3052763" y="4419600"/>
          <a:ext cx="2578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2" name="Equation" r:id="rId12" imgW="2524125" imgH="972185" progId="Equation.3">
                  <p:embed/>
                </p:oleObj>
              </mc:Choice>
              <mc:Fallback>
                <p:oleObj name="Equation" r:id="rId12" imgW="2524125" imgH="97218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763" y="4419600"/>
                        <a:ext cx="2578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90" name="Text Box 10"/>
          <p:cNvSpPr txBox="1">
            <a:spLocks noChangeArrowheads="1"/>
          </p:cNvSpPr>
          <p:nvPr/>
        </p:nvSpPr>
        <p:spPr bwMode="auto">
          <a:xfrm>
            <a:off x="1127125" y="2711450"/>
            <a:ext cx="2663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a &gt;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0091" name="AutoShape 11"/>
          <p:cNvSpPr>
            <a:spLocks noChangeArrowheads="1"/>
          </p:cNvSpPr>
          <p:nvPr/>
        </p:nvSpPr>
        <p:spPr bwMode="auto">
          <a:xfrm>
            <a:off x="838200" y="5816600"/>
            <a:ext cx="723900" cy="203200"/>
          </a:xfrm>
          <a:prstGeom prst="rightArrow">
            <a:avLst>
              <a:gd name="adj1" fmla="val 50000"/>
              <a:gd name="adj2" fmla="val 89063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430092" name="Object 12"/>
          <p:cNvGraphicFramePr>
            <a:graphicFrameLocks noChangeAspect="1"/>
          </p:cNvGraphicFramePr>
          <p:nvPr/>
        </p:nvGraphicFramePr>
        <p:xfrm>
          <a:off x="1981200" y="5410200"/>
          <a:ext cx="3848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3" name="Equation" r:id="rId14" imgW="3790950" imgH="972185" progId="Equation.3">
                  <p:embed/>
                </p:oleObj>
              </mc:Choice>
              <mc:Fallback>
                <p:oleObj name="Equation" r:id="rId14" imgW="3790950" imgH="97218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5410200"/>
                        <a:ext cx="38481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93" name="Object 13"/>
          <p:cNvGraphicFramePr>
            <a:graphicFrameLocks noChangeAspect="1"/>
          </p:cNvGraphicFramePr>
          <p:nvPr/>
        </p:nvGraphicFramePr>
        <p:xfrm>
          <a:off x="1371600" y="914400"/>
          <a:ext cx="107315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324" name="Equation" r:id="rId16" imgW="200025" imgH="144145" progId="Equation.3">
                  <p:embed/>
                </p:oleObj>
              </mc:Choice>
              <mc:Fallback>
                <p:oleObj name="Equation" r:id="rId16" imgW="200025" imgH="14414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914400"/>
                        <a:ext cx="107315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3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3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9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9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2" grpId="0" autoUpdateAnimBg="0"/>
      <p:bldP spid="430084" grpId="0" autoUpdateAnimBg="0"/>
      <p:bldP spid="430085" grpId="0" autoUpdateAnimBg="0"/>
      <p:bldP spid="430090" grpId="0" autoUpdateAnimBg="0"/>
      <p:bldP spid="43009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Text Box 2"/>
          <p:cNvSpPr txBox="1">
            <a:spLocks noChangeArrowheads="1"/>
          </p:cNvSpPr>
          <p:nvPr/>
        </p:nvSpPr>
        <p:spPr bwMode="auto">
          <a:xfrm>
            <a:off x="533400" y="304800"/>
            <a:ext cx="2663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a &lt;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1107" name="Object 3"/>
          <p:cNvGraphicFramePr>
            <a:graphicFrameLocks noChangeAspect="1"/>
          </p:cNvGraphicFramePr>
          <p:nvPr/>
        </p:nvGraphicFramePr>
        <p:xfrm>
          <a:off x="1981200" y="812800"/>
          <a:ext cx="5029200" cy="124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6" name="Equation" r:id="rId4" imgW="4095750" imgH="972185" progId="Equation.3">
                  <p:embed/>
                </p:oleObj>
              </mc:Choice>
              <mc:Fallback>
                <p:oleObj name="Equation" r:id="rId4" imgW="4095750" imgH="9721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812800"/>
                        <a:ext cx="5029200" cy="124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8" name="Object 4"/>
          <p:cNvGraphicFramePr>
            <a:graphicFrameLocks noChangeAspect="1"/>
          </p:cNvGraphicFramePr>
          <p:nvPr/>
        </p:nvGraphicFramePr>
        <p:xfrm>
          <a:off x="3241675" y="2057400"/>
          <a:ext cx="41497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7" name="Equation" r:id="rId6" imgW="3019425" imgH="972185" progId="Equation.3">
                  <p:embed/>
                </p:oleObj>
              </mc:Choice>
              <mc:Fallback>
                <p:oleObj name="Equation" r:id="rId6" imgW="3019425" imgH="9721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1675" y="2057400"/>
                        <a:ext cx="4149725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09" name="AutoShape 5"/>
          <p:cNvSpPr>
            <a:spLocks noChangeArrowheads="1"/>
          </p:cNvSpPr>
          <p:nvPr/>
        </p:nvSpPr>
        <p:spPr bwMode="auto">
          <a:xfrm>
            <a:off x="635000" y="3962400"/>
            <a:ext cx="889000" cy="155575"/>
          </a:xfrm>
          <a:prstGeom prst="rightArrow">
            <a:avLst>
              <a:gd name="adj1" fmla="val 50000"/>
              <a:gd name="adj2" fmla="val 14285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graphicFrame>
        <p:nvGraphicFramePr>
          <p:cNvPr id="431110" name="Object 6"/>
          <p:cNvGraphicFramePr>
            <a:graphicFrameLocks noChangeAspect="1"/>
          </p:cNvGraphicFramePr>
          <p:nvPr/>
        </p:nvGraphicFramePr>
        <p:xfrm>
          <a:off x="2001838" y="3352800"/>
          <a:ext cx="4779962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8" name="Equation" r:id="rId8" imgW="4067175" imgH="972185" progId="Equation.3">
                  <p:embed/>
                </p:oleObj>
              </mc:Choice>
              <mc:Fallback>
                <p:oleObj name="Equation" r:id="rId8" imgW="4067175" imgH="9721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838" y="3352800"/>
                        <a:ext cx="4779962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1" name="Text Box 7"/>
          <p:cNvSpPr txBox="1">
            <a:spLocks noChangeArrowheads="1"/>
          </p:cNvSpPr>
          <p:nvPr/>
        </p:nvSpPr>
        <p:spPr bwMode="auto">
          <a:xfrm>
            <a:off x="517525" y="52260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1112" name="Object 8"/>
          <p:cNvGraphicFramePr>
            <a:graphicFrameLocks noChangeAspect="1"/>
          </p:cNvGraphicFramePr>
          <p:nvPr/>
        </p:nvGraphicFramePr>
        <p:xfrm>
          <a:off x="2209800" y="4987925"/>
          <a:ext cx="4114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49" name="Equation" r:id="rId10" imgW="4057650" imgH="981710" progId="Equation.3">
                  <p:embed/>
                </p:oleObj>
              </mc:Choice>
              <mc:Fallback>
                <p:oleObj name="Equation" r:id="rId10" imgW="4057650" imgH="9817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987925"/>
                        <a:ext cx="4114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1113" name="Rectangle 9"/>
          <p:cNvSpPr>
            <a:spLocks noChangeArrowheads="1"/>
          </p:cNvSpPr>
          <p:nvPr/>
        </p:nvSpPr>
        <p:spPr bwMode="auto">
          <a:xfrm>
            <a:off x="2057400" y="4953000"/>
            <a:ext cx="4572000" cy="1219200"/>
          </a:xfrm>
          <a:prstGeom prst="rect">
            <a:avLst/>
          </a:prstGeom>
          <a:noFill/>
          <a:ln w="28575">
            <a:solidFill>
              <a:srgbClr val="99FF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1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6" grpId="0" autoUpdateAnimBg="0"/>
      <p:bldP spid="431109" grpId="0" animBg="1"/>
      <p:bldP spid="431111" grpId="0" autoUpdateAnimBg="0"/>
      <p:bldP spid="4311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7505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solidFill>
                  <a:srgbClr val="66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例如  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设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X ~ N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,</a:t>
            </a:r>
            <a:r>
              <a:rPr kumimoji="1" lang="en-US" altLang="zh-CN" sz="3600" b="0" i="1" baseline="30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) ,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 = a X +b,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2131" name="Object 3"/>
          <p:cNvGraphicFramePr>
            <a:graphicFrameLocks noChangeAspect="1"/>
          </p:cNvGraphicFramePr>
          <p:nvPr/>
        </p:nvGraphicFramePr>
        <p:xfrm>
          <a:off x="1524000" y="1066800"/>
          <a:ext cx="4343400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0" name="Equation" r:id="rId4" imgW="4019550" imgH="981710" progId="Equation.3">
                  <p:embed/>
                </p:oleObj>
              </mc:Choice>
              <mc:Fallback>
                <p:oleObj name="Equation" r:id="rId4" imgW="4019550" imgH="98171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066800"/>
                        <a:ext cx="4343400" cy="123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32" name="Object 4"/>
          <p:cNvGraphicFramePr>
            <a:graphicFrameLocks noChangeAspect="1"/>
          </p:cNvGraphicFramePr>
          <p:nvPr/>
        </p:nvGraphicFramePr>
        <p:xfrm>
          <a:off x="2476500" y="2286000"/>
          <a:ext cx="38481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1" name="Equation" r:id="rId6" imgW="3409950" imgH="1087755" progId="Equation.3">
                  <p:embed/>
                </p:oleObj>
              </mc:Choice>
              <mc:Fallback>
                <p:oleObj name="Equation" r:id="rId6" imgW="3409950" imgH="10877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500" y="2286000"/>
                        <a:ext cx="3848100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2133" name="Object 5"/>
          <p:cNvGraphicFramePr>
            <a:graphicFrameLocks noChangeAspect="1"/>
          </p:cNvGraphicFramePr>
          <p:nvPr/>
        </p:nvGraphicFramePr>
        <p:xfrm>
          <a:off x="6673850" y="2895600"/>
          <a:ext cx="21653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2" name="Equation" r:id="rId8" imgW="1876425" imgH="288925" progId="Equation.3">
                  <p:embed/>
                </p:oleObj>
              </mc:Choice>
              <mc:Fallback>
                <p:oleObj name="Equation" r:id="rId8" imgW="1876425" imgH="28892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3850" y="2895600"/>
                        <a:ext cx="21653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4" name="Text Box 6"/>
          <p:cNvSpPr txBox="1">
            <a:spLocks noChangeArrowheads="1"/>
          </p:cNvSpPr>
          <p:nvPr/>
        </p:nvSpPr>
        <p:spPr bwMode="auto">
          <a:xfrm>
            <a:off x="768350" y="3832225"/>
            <a:ext cx="56324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 ~ N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+b,  a</a:t>
            </a:r>
            <a:r>
              <a:rPr kumimoji="1" lang="en-US" altLang="zh-CN" sz="3600" b="0" baseline="30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</a:t>
            </a:r>
            <a:r>
              <a:rPr kumimoji="1" lang="en-US" altLang="zh-CN" sz="3600" b="0" baseline="30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600" b="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2135" name="Text Box 7"/>
          <p:cNvSpPr txBox="1">
            <a:spLocks noChangeArrowheads="1"/>
          </p:cNvSpPr>
          <p:nvPr/>
        </p:nvSpPr>
        <p:spPr bwMode="auto">
          <a:xfrm>
            <a:off x="685800" y="4572000"/>
            <a:ext cx="56705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黑体" panose="02010609060101010101" pitchFamily="49" charset="-122"/>
              </a:rPr>
              <a:t>特别地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 ，若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X ~ N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kumimoji="1" lang="en-US" altLang="zh-CN" sz="3600" b="0" baseline="3000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) , </a:t>
            </a:r>
            <a:endParaRPr kumimoji="1" lang="en-US" altLang="zh-CN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2136" name="Object 8"/>
          <p:cNvGraphicFramePr>
            <a:graphicFrameLocks noChangeAspect="1"/>
          </p:cNvGraphicFramePr>
          <p:nvPr/>
        </p:nvGraphicFramePr>
        <p:xfrm>
          <a:off x="3048000" y="5410200"/>
          <a:ext cx="3810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73" name="Equation" r:id="rId10" imgW="3114675" imgH="895350" progId="Equation.3">
                  <p:embed/>
                </p:oleObj>
              </mc:Choice>
              <mc:Fallback>
                <p:oleObj name="Equation" r:id="rId10" imgW="3114675" imgH="89535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410200"/>
                        <a:ext cx="38100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2137" name="Rectangle 9"/>
          <p:cNvSpPr>
            <a:spLocks noChangeArrowheads="1"/>
          </p:cNvSpPr>
          <p:nvPr/>
        </p:nvSpPr>
        <p:spPr bwMode="auto">
          <a:xfrm>
            <a:off x="2209800" y="568325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endParaRPr kumimoji="1" lang="en-US" altLang="zh-CN" sz="3600" b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2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2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2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0" grpId="0" autoUpdateAnimBg="0"/>
      <p:bldP spid="432134" grpId="0" autoUpdateAnimBg="0"/>
      <p:bldP spid="432135" grpId="0" autoUpdateAnimBg="0"/>
      <p:bldP spid="43213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Text Box 2"/>
          <p:cNvSpPr txBox="1">
            <a:spLocks noChangeArrowheads="1"/>
          </p:cNvSpPr>
          <p:nvPr/>
        </p:nvSpPr>
        <p:spPr bwMode="auto">
          <a:xfrm>
            <a:off x="517525" y="273050"/>
            <a:ext cx="76136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>
                <a:solidFill>
                  <a:srgbClr val="66FF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例5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 已知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~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(0,1) ,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 = X </a:t>
            </a:r>
            <a:r>
              <a:rPr kumimoji="1" lang="en-US" altLang="zh-CN" sz="3600" b="0" baseline="30000"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求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3600" b="0" i="1" baseline="-25000"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4179" name="Text Box 3"/>
          <p:cNvSpPr txBox="1">
            <a:spLocks noChangeArrowheads="1"/>
          </p:cNvSpPr>
          <p:nvPr/>
        </p:nvSpPr>
        <p:spPr bwMode="auto">
          <a:xfrm>
            <a:off x="517525" y="958850"/>
            <a:ext cx="40719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>
                <a:solidFill>
                  <a:srgbClr val="66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  从分布函数出发</a:t>
            </a:r>
            <a:endParaRPr kumimoji="1" lang="zh-CN" altLang="en-US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4180" name="Object 4"/>
          <p:cNvGraphicFramePr>
            <a:graphicFrameLocks noChangeAspect="1"/>
          </p:cNvGraphicFramePr>
          <p:nvPr/>
        </p:nvGraphicFramePr>
        <p:xfrm>
          <a:off x="731838" y="1752600"/>
          <a:ext cx="315436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69" name="Equation" r:id="rId4" imgW="2771775" imgH="414020" progId="Equation.3">
                  <p:embed/>
                </p:oleObj>
              </mc:Choice>
              <mc:Fallback>
                <p:oleObj name="Equation" r:id="rId4" imgW="2771775" imgH="4140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8" y="1752600"/>
                        <a:ext cx="315436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4181" name="Group 5"/>
          <p:cNvGrpSpPr/>
          <p:nvPr/>
        </p:nvGrpSpPr>
        <p:grpSpPr bwMode="auto">
          <a:xfrm>
            <a:off x="5562600" y="2541588"/>
            <a:ext cx="3124200" cy="3200400"/>
            <a:chOff x="3360" y="1392"/>
            <a:chExt cx="1968" cy="2016"/>
          </a:xfrm>
        </p:grpSpPr>
        <p:sp>
          <p:nvSpPr>
            <p:cNvPr id="125981" name="Line 6"/>
            <p:cNvSpPr>
              <a:spLocks noChangeShapeType="1"/>
            </p:cNvSpPr>
            <p:nvPr/>
          </p:nvSpPr>
          <p:spPr bwMode="auto">
            <a:xfrm>
              <a:off x="3360" y="2928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82" name="Line 7"/>
            <p:cNvSpPr>
              <a:spLocks noChangeShapeType="1"/>
            </p:cNvSpPr>
            <p:nvPr/>
          </p:nvSpPr>
          <p:spPr bwMode="auto">
            <a:xfrm flipV="1">
              <a:off x="4320" y="1392"/>
              <a:ext cx="0" cy="20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83" name="Arc 8"/>
            <p:cNvSpPr/>
            <p:nvPr/>
          </p:nvSpPr>
          <p:spPr bwMode="auto">
            <a:xfrm flipV="1">
              <a:off x="4320" y="1680"/>
              <a:ext cx="672" cy="12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984" name="Arc 9"/>
            <p:cNvSpPr/>
            <p:nvPr/>
          </p:nvSpPr>
          <p:spPr bwMode="auto">
            <a:xfrm flipH="1" flipV="1">
              <a:off x="3649" y="1672"/>
              <a:ext cx="672" cy="12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4186" name="Line 10"/>
          <p:cNvSpPr>
            <a:spLocks noChangeShapeType="1"/>
          </p:cNvSpPr>
          <p:nvPr/>
        </p:nvSpPr>
        <p:spPr bwMode="auto">
          <a:xfrm>
            <a:off x="7086600" y="4313241"/>
            <a:ext cx="0" cy="457200"/>
          </a:xfrm>
          <a:prstGeom prst="line">
            <a:avLst/>
          </a:prstGeom>
          <a:noFill/>
          <a:ln w="9525">
            <a:solidFill>
              <a:srgbClr val="FF99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434189" name="Object 13"/>
          <p:cNvGraphicFramePr>
            <a:graphicFrameLocks noChangeAspect="1"/>
          </p:cNvGraphicFramePr>
          <p:nvPr/>
        </p:nvGraphicFramePr>
        <p:xfrm>
          <a:off x="609600" y="4151313"/>
          <a:ext cx="396240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70" name="Equation" r:id="rId6" imgW="3038475" imgH="471805" progId="Equation.3">
                  <p:embed/>
                </p:oleObj>
              </mc:Choice>
              <mc:Fallback>
                <p:oleObj name="Equation" r:id="rId6" imgW="3038475" imgH="47180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4151313"/>
                        <a:ext cx="3962400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4191" name="Group 15"/>
          <p:cNvGrpSpPr/>
          <p:nvPr/>
        </p:nvGrpSpPr>
        <p:grpSpPr bwMode="auto">
          <a:xfrm>
            <a:off x="6837363" y="3962403"/>
            <a:ext cx="822325" cy="579438"/>
            <a:chOff x="4163" y="2287"/>
            <a:chExt cx="518" cy="365"/>
          </a:xfrm>
        </p:grpSpPr>
        <p:sp>
          <p:nvSpPr>
            <p:cNvPr id="125979" name="Text Box 17"/>
            <p:cNvSpPr txBox="1">
              <a:spLocks noChangeArrowheads="1"/>
            </p:cNvSpPr>
            <p:nvPr/>
          </p:nvSpPr>
          <p:spPr bwMode="auto">
            <a:xfrm>
              <a:off x="4451" y="2287"/>
              <a:ext cx="23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0" i="1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y</a:t>
              </a:r>
              <a:endParaRPr kumimoji="1" lang="en-US" altLang="zh-CN" b="0" i="1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25980" name="Text Box 18"/>
            <p:cNvSpPr txBox="1">
              <a:spLocks noChangeArrowheads="1"/>
            </p:cNvSpPr>
            <p:nvPr/>
          </p:nvSpPr>
          <p:spPr bwMode="auto">
            <a:xfrm rot="5400000">
              <a:off x="4245" y="2301"/>
              <a:ext cx="2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Blip>
                  <a:blip r:embed="rId1"/>
                </a:buBlip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Blip>
                  <a:blip r:embed="rId2"/>
                </a:buBlip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" panose="05000000000000000000" pitchFamily="2" charset="2"/>
                <a:buBlip>
                  <a:blip r:embed="rId3"/>
                </a:buBlip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b="0" dirty="0">
                  <a:solidFill>
                    <a:srgbClr val="FF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[</a:t>
              </a:r>
              <a:endParaRPr kumimoji="1" lang="zh-CN" altLang="en-US" b="0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434195" name="Line 19"/>
          <p:cNvSpPr>
            <a:spLocks noChangeShapeType="1"/>
          </p:cNvSpPr>
          <p:nvPr/>
        </p:nvSpPr>
        <p:spPr bwMode="auto">
          <a:xfrm>
            <a:off x="6248400" y="421163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434196" name="Group 20"/>
          <p:cNvGrpSpPr/>
          <p:nvPr/>
        </p:nvGrpSpPr>
        <p:grpSpPr bwMode="auto">
          <a:xfrm>
            <a:off x="6248400" y="4191000"/>
            <a:ext cx="1676400" cy="762000"/>
            <a:chOff x="3792" y="2448"/>
            <a:chExt cx="1056" cy="480"/>
          </a:xfrm>
        </p:grpSpPr>
        <p:sp>
          <p:nvSpPr>
            <p:cNvPr id="125976" name="Line 21"/>
            <p:cNvSpPr>
              <a:spLocks noChangeShapeType="1"/>
            </p:cNvSpPr>
            <p:nvPr/>
          </p:nvSpPr>
          <p:spPr bwMode="auto">
            <a:xfrm>
              <a:off x="4848" y="244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5977" name="Line 22"/>
            <p:cNvSpPr>
              <a:spLocks noChangeShapeType="1"/>
            </p:cNvSpPr>
            <p:nvPr/>
          </p:nvSpPr>
          <p:spPr bwMode="auto">
            <a:xfrm>
              <a:off x="3792" y="244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434199" name="Object 23"/>
          <p:cNvGraphicFramePr>
            <a:graphicFrameLocks noChangeAspect="1"/>
          </p:cNvGraphicFramePr>
          <p:nvPr/>
        </p:nvGraphicFramePr>
        <p:xfrm>
          <a:off x="7696200" y="5208588"/>
          <a:ext cx="558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71" name="Equation" r:id="rId8" imgW="504825" imgH="442595" progId="Equation.3">
                  <p:embed/>
                </p:oleObj>
              </mc:Choice>
              <mc:Fallback>
                <p:oleObj name="Equation" r:id="rId8" imgW="504825" imgH="44259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5208588"/>
                        <a:ext cx="558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200" name="Object 24"/>
          <p:cNvGraphicFramePr>
            <a:graphicFrameLocks noChangeAspect="1"/>
          </p:cNvGraphicFramePr>
          <p:nvPr/>
        </p:nvGraphicFramePr>
        <p:xfrm>
          <a:off x="5694363" y="5200650"/>
          <a:ext cx="850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72" name="Equation" r:id="rId10" imgW="790575" imgH="442595" progId="Equation.3">
                  <p:embed/>
                </p:oleObj>
              </mc:Choice>
              <mc:Fallback>
                <p:oleObj name="Equation" r:id="rId10" imgW="790575" imgH="442595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4363" y="5200650"/>
                        <a:ext cx="850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4201" name="Text Box 25"/>
          <p:cNvSpPr txBox="1">
            <a:spLocks noChangeArrowheads="1"/>
          </p:cNvSpPr>
          <p:nvPr/>
        </p:nvSpPr>
        <p:spPr bwMode="auto">
          <a:xfrm>
            <a:off x="533400" y="2514600"/>
            <a:ext cx="45005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 &lt;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3600" b="0" i="1" baseline="-25000">
                <a:latin typeface="Times New Roman" panose="02020603050405020304" pitchFamily="18" charset="0"/>
                <a:ea typeface="楷体_GB2312" pitchFamily="49" charset="-122"/>
              </a:rPr>
              <a:t>Y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) = 0</a:t>
            </a:r>
            <a:endParaRPr kumimoji="1" lang="en-US" altLang="zh-CN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34202" name="Text Box 26"/>
          <p:cNvSpPr txBox="1">
            <a:spLocks noChangeArrowheads="1"/>
          </p:cNvSpPr>
          <p:nvPr/>
        </p:nvSpPr>
        <p:spPr bwMode="auto">
          <a:xfrm>
            <a:off x="533400" y="3389313"/>
            <a:ext cx="27527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1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kumimoji="1" lang="en-US" altLang="zh-CN" sz="3600" b="0" i="1">
                <a:latin typeface="Times New Roman" panose="02020603050405020304" pitchFamily="18" charset="0"/>
                <a:ea typeface="楷体_GB2312" pitchFamily="49" charset="-122"/>
              </a:rPr>
              <a:t>y &gt; </a:t>
            </a:r>
            <a:r>
              <a:rPr kumimoji="1" lang="en-US" altLang="zh-CN" sz="3600" b="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1" lang="zh-CN" altLang="en-US" sz="3600" b="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  <a:endParaRPr kumimoji="1" lang="en-US" altLang="zh-CN" sz="36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4203" name="Object 27"/>
          <p:cNvGraphicFramePr>
            <a:graphicFrameLocks noChangeAspect="1"/>
          </p:cNvGraphicFramePr>
          <p:nvPr/>
        </p:nvGraphicFramePr>
        <p:xfrm>
          <a:off x="914400" y="5065713"/>
          <a:ext cx="41084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73" name="Equation" r:id="rId12" imgW="3286125" imgH="442595" progId="Equation.3">
                  <p:embed/>
                </p:oleObj>
              </mc:Choice>
              <mc:Fallback>
                <p:oleObj name="Equation" r:id="rId12" imgW="3286125" imgH="442595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065713"/>
                        <a:ext cx="41084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4204" name="Object 28"/>
          <p:cNvGraphicFramePr>
            <a:graphicFrameLocks noChangeAspect="1"/>
          </p:cNvGraphicFramePr>
          <p:nvPr/>
        </p:nvGraphicFramePr>
        <p:xfrm>
          <a:off x="914400" y="5903913"/>
          <a:ext cx="4624388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374" name="Equation" r:id="rId14" imgW="3476625" imgH="442595" progId="Equation.3">
                  <p:embed/>
                </p:oleObj>
              </mc:Choice>
              <mc:Fallback>
                <p:oleObj name="Equation" r:id="rId14" imgW="3476625" imgH="44259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903913"/>
                        <a:ext cx="4624388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4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3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3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3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3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3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3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8" grpId="0" autoUpdateAnimBg="0"/>
      <p:bldP spid="434179" grpId="0" autoUpdateAnimBg="0"/>
      <p:bldP spid="434201" grpId="0" autoUpdateAnimBg="0"/>
      <p:bldP spid="43420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5202" name="Object 2"/>
          <p:cNvGraphicFramePr>
            <a:graphicFrameLocks noChangeAspect="1"/>
          </p:cNvGraphicFramePr>
          <p:nvPr/>
        </p:nvGraphicFramePr>
        <p:xfrm>
          <a:off x="1066800" y="533400"/>
          <a:ext cx="17653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4" name="Equation" r:id="rId1" imgW="1704975" imgH="1049020" progId="Equation.3">
                  <p:embed/>
                </p:oleObj>
              </mc:Choice>
              <mc:Fallback>
                <p:oleObj name="Equation" r:id="rId1" imgW="1704975" imgH="10490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33400"/>
                        <a:ext cx="17653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3" name="Object 3"/>
          <p:cNvGraphicFramePr>
            <a:graphicFrameLocks noChangeAspect="1"/>
          </p:cNvGraphicFramePr>
          <p:nvPr/>
        </p:nvGraphicFramePr>
        <p:xfrm>
          <a:off x="3048000" y="533400"/>
          <a:ext cx="42672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5" name="Equation" r:id="rId3" imgW="1390650" imgH="144145" progId="Equation.3">
                  <p:embed/>
                </p:oleObj>
              </mc:Choice>
              <mc:Fallback>
                <p:oleObj name="Equation" r:id="rId3" imgW="1390650" imgH="1441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33400"/>
                        <a:ext cx="42672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4" name="Object 4"/>
          <p:cNvGraphicFramePr>
            <a:graphicFrameLocks noChangeAspect="1"/>
          </p:cNvGraphicFramePr>
          <p:nvPr/>
        </p:nvGraphicFramePr>
        <p:xfrm>
          <a:off x="2819400" y="1066800"/>
          <a:ext cx="441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6" name="Equation" r:id="rId5" imgW="1666875" imgH="201930" progId="Equation.3">
                  <p:embed/>
                </p:oleObj>
              </mc:Choice>
              <mc:Fallback>
                <p:oleObj name="Equation" r:id="rId5" imgW="1666875" imgH="20193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066800"/>
                        <a:ext cx="4419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5205" name="Text Box 5"/>
          <p:cNvSpPr txBox="1">
            <a:spLocks noChangeArrowheads="1"/>
          </p:cNvSpPr>
          <p:nvPr/>
        </p:nvSpPr>
        <p:spPr bwMode="auto">
          <a:xfrm>
            <a:off x="457200" y="2028825"/>
            <a:ext cx="692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Blip>
                <a:blip r:embed="rId7"/>
              </a:buBlip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Blip>
                <a:blip r:embed="rId8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anose="05000000000000000000" pitchFamily="2" charset="2"/>
              <a:buBlip>
                <a:blip r:embed="rId9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4000" b="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endParaRPr kumimoji="1" lang="zh-CN" altLang="en-US" sz="4000" b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5206" name="Object 6"/>
          <p:cNvGraphicFramePr>
            <a:graphicFrameLocks noChangeAspect="1"/>
          </p:cNvGraphicFramePr>
          <p:nvPr/>
        </p:nvGraphicFramePr>
        <p:xfrm>
          <a:off x="1066800" y="2819400"/>
          <a:ext cx="17526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7" name="Equation" r:id="rId10" imgW="1695450" imgH="1049020" progId="Equation.3">
                  <p:embed/>
                </p:oleObj>
              </mc:Choice>
              <mc:Fallback>
                <p:oleObj name="Equation" r:id="rId10" imgW="1695450" imgH="10490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819400"/>
                        <a:ext cx="17526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7" name="Object 7"/>
          <p:cNvGraphicFramePr>
            <a:graphicFrameLocks noChangeAspect="1"/>
          </p:cNvGraphicFramePr>
          <p:nvPr/>
        </p:nvGraphicFramePr>
        <p:xfrm>
          <a:off x="3276600" y="2743200"/>
          <a:ext cx="5257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8" name="Equation" r:id="rId12" imgW="1552575" imgH="144145" progId="Equation.3">
                  <p:embed/>
                </p:oleObj>
              </mc:Choice>
              <mc:Fallback>
                <p:oleObj name="Equation" r:id="rId12" imgW="1552575" imgH="14414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743200"/>
                        <a:ext cx="52578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8" name="Object 8"/>
          <p:cNvGraphicFramePr>
            <a:graphicFrameLocks noChangeAspect="1"/>
          </p:cNvGraphicFramePr>
          <p:nvPr/>
        </p:nvGraphicFramePr>
        <p:xfrm>
          <a:off x="2752725" y="3352800"/>
          <a:ext cx="5773738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69" name="Equation" r:id="rId14" imgW="2105025" imgH="394335" progId="Equation.3">
                  <p:embed/>
                </p:oleObj>
              </mc:Choice>
              <mc:Fallback>
                <p:oleObj name="Equation" r:id="rId14" imgW="2105025" imgH="3943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2725" y="3352800"/>
                        <a:ext cx="5773738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09" name="Object 9"/>
          <p:cNvGraphicFramePr>
            <a:graphicFrameLocks noChangeAspect="1"/>
          </p:cNvGraphicFramePr>
          <p:nvPr/>
        </p:nvGraphicFramePr>
        <p:xfrm>
          <a:off x="838200" y="4876800"/>
          <a:ext cx="2024063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0" name="Equation" r:id="rId16" imgW="1695450" imgH="1049020" progId="Equation.3">
                  <p:embed/>
                </p:oleObj>
              </mc:Choice>
              <mc:Fallback>
                <p:oleObj name="Equation" r:id="rId16" imgW="1695450" imgH="10490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876800"/>
                        <a:ext cx="2024063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10" name="Object 10"/>
          <p:cNvGraphicFramePr>
            <a:graphicFrameLocks noChangeAspect="1"/>
          </p:cNvGraphicFramePr>
          <p:nvPr/>
        </p:nvGraphicFramePr>
        <p:xfrm>
          <a:off x="3200400" y="4876800"/>
          <a:ext cx="44196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1" name="Equation" r:id="rId18" imgW="1390650" imgH="144145" progId="Equation.3">
                  <p:embed/>
                </p:oleObj>
              </mc:Choice>
              <mc:Fallback>
                <p:oleObj name="Equation" r:id="rId18" imgW="1390650" imgH="14414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4876800"/>
                        <a:ext cx="4419600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5211" name="Object 11"/>
          <p:cNvGraphicFramePr>
            <a:graphicFrameLocks noChangeAspect="1"/>
          </p:cNvGraphicFramePr>
          <p:nvPr/>
        </p:nvGraphicFramePr>
        <p:xfrm>
          <a:off x="2895600" y="5334000"/>
          <a:ext cx="4648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572" name="Equation" r:id="rId20" imgW="1628775" imgH="404495" progId="Equation.3">
                  <p:embed/>
                </p:oleObj>
              </mc:Choice>
              <mc:Fallback>
                <p:oleObj name="Equation" r:id="rId20" imgW="1628775" imgH="40449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334000"/>
                        <a:ext cx="46482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3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3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3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3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0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09201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905" y="600075"/>
            <a:ext cx="8786495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092008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00" y="600075"/>
            <a:ext cx="925576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003092009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70" y="407035"/>
            <a:ext cx="8910955" cy="58502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Object 2"/>
          <p:cNvGraphicFramePr>
            <a:graphicFrameLocks noChangeAspect="1"/>
          </p:cNvGraphicFramePr>
          <p:nvPr/>
        </p:nvGraphicFramePr>
        <p:xfrm>
          <a:off x="1187450" y="1700213"/>
          <a:ext cx="6946900" cy="352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60" name="Equation" r:id="rId1" imgW="5753100" imgH="3009900" progId="Equation.DSMT4">
                  <p:embed/>
                </p:oleObj>
              </mc:Choice>
              <mc:Fallback>
                <p:oleObj name="Equation" r:id="rId1" imgW="5753100" imgH="3009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700213"/>
                        <a:ext cx="6946900" cy="3525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6163" name="Text Box 3"/>
          <p:cNvSpPr txBox="1">
            <a:spLocks noChangeArrowheads="1"/>
          </p:cNvSpPr>
          <p:nvPr/>
        </p:nvSpPr>
        <p:spPr bwMode="auto">
          <a:xfrm>
            <a:off x="0" y="692150"/>
            <a:ext cx="475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</a:rPr>
              <a:t>四  积分转换法</a:t>
            </a:r>
            <a:endParaRPr kumimoji="1"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266" name="Object 2"/>
          <p:cNvGraphicFramePr>
            <a:graphicFrameLocks noChangeAspect="1"/>
          </p:cNvGraphicFramePr>
          <p:nvPr/>
        </p:nvGraphicFramePr>
        <p:xfrm>
          <a:off x="395288" y="665163"/>
          <a:ext cx="8258175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91" name="Equation" r:id="rId1" imgW="5613400" imgH="749300" progId="Equation.DSMT4">
                  <p:embed/>
                </p:oleObj>
              </mc:Choice>
              <mc:Fallback>
                <p:oleObj name="Equation" r:id="rId1" imgW="56134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665163"/>
                        <a:ext cx="8258175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3" name="Object 3"/>
          <p:cNvGraphicFramePr>
            <a:graphicFrameLocks noChangeAspect="1"/>
          </p:cNvGraphicFramePr>
          <p:nvPr/>
        </p:nvGraphicFramePr>
        <p:xfrm>
          <a:off x="323850" y="2060575"/>
          <a:ext cx="73279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92" name="Equation" r:id="rId3" imgW="5575300" imgH="508000" progId="Equation.DSMT4">
                  <p:embed/>
                </p:oleObj>
              </mc:Choice>
              <mc:Fallback>
                <p:oleObj name="Equation" r:id="rId3" imgW="5575300" imgH="508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060575"/>
                        <a:ext cx="73279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4" name="Object 4"/>
          <p:cNvGraphicFramePr>
            <a:graphicFrameLocks noChangeAspect="1"/>
          </p:cNvGraphicFramePr>
          <p:nvPr/>
        </p:nvGraphicFramePr>
        <p:xfrm>
          <a:off x="1187450" y="2997200"/>
          <a:ext cx="43576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93" name="Equation" r:id="rId5" imgW="3314700" imgH="736600" progId="Equation.DSMT4">
                  <p:embed/>
                </p:oleObj>
              </mc:Choice>
              <mc:Fallback>
                <p:oleObj name="Equation" r:id="rId5" imgW="3314700" imgH="736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997200"/>
                        <a:ext cx="43576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5" name="Object 5"/>
          <p:cNvGraphicFramePr>
            <a:graphicFrameLocks noChangeAspect="1"/>
          </p:cNvGraphicFramePr>
          <p:nvPr/>
        </p:nvGraphicFramePr>
        <p:xfrm>
          <a:off x="2681288" y="3975100"/>
          <a:ext cx="4338637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94" name="Equation" r:id="rId7" imgW="3022600" imgH="673100" progId="Equation.DSMT4">
                  <p:embed/>
                </p:oleObj>
              </mc:Choice>
              <mc:Fallback>
                <p:oleObj name="Equation" r:id="rId7" imgW="30226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1288" y="3975100"/>
                        <a:ext cx="4338637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6" name="Object 6"/>
          <p:cNvGraphicFramePr>
            <a:graphicFrameLocks noChangeAspect="1"/>
          </p:cNvGraphicFramePr>
          <p:nvPr/>
        </p:nvGraphicFramePr>
        <p:xfrm>
          <a:off x="1331913" y="4941888"/>
          <a:ext cx="20447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595" name="Equation" r:id="rId9" imgW="1206500" imgH="508000" progId="Equation.DSMT4">
                  <p:embed/>
                </p:oleObj>
              </mc:Choice>
              <mc:Fallback>
                <p:oleObj name="Equation" r:id="rId9" imgW="1206500" imgH="508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941888"/>
                        <a:ext cx="20447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7"/>
          <p:cNvSpPr txBox="1">
            <a:spLocks noChangeArrowheads="1"/>
          </p:cNvSpPr>
          <p:nvPr/>
        </p:nvSpPr>
        <p:spPr bwMode="auto">
          <a:xfrm>
            <a:off x="1835150" y="2133600"/>
            <a:ext cx="6858000" cy="372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二维随机变量的分布函数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二维离散型随机变量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二维连续型随机变量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相互独立的随机变量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条件分布</a:t>
            </a:r>
            <a:endParaRPr lang="zh-CN" altLang="en-US" sz="2800" b="1">
              <a:latin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随机变量函数的分布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222217" name="Rectangle 9"/>
          <p:cNvSpPr>
            <a:spLocks noChangeArrowheads="1"/>
          </p:cNvSpPr>
          <p:nvPr/>
        </p:nvSpPr>
        <p:spPr bwMode="auto">
          <a:xfrm>
            <a:off x="381000" y="685800"/>
            <a:ext cx="75755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kumimoji="0" lang="zh-CN" altLang="en-US" sz="4000" b="1">
                <a:effectLst>
                  <a:outerShdw blurRad="38100" dist="38100" dir="2700000" algn="tl">
                    <a:srgbClr val="C0C0C0"/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第三章 多维</a:t>
            </a:r>
            <a:r>
              <a:rPr kumimoji="0" lang="zh-CN" altLang="en-US" sz="4000" b="1">
                <a:latin typeface="华文行楷" panose="02010800040101010101" pitchFamily="2" charset="-122"/>
                <a:ea typeface="华文行楷" panose="02010800040101010101" pitchFamily="2" charset="-122"/>
              </a:rPr>
              <a:t>随机变量及其分布</a:t>
            </a:r>
            <a:endParaRPr kumimoji="0" lang="zh-CN" altLang="en-US" sz="4000" b="1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1979613" y="1844675"/>
            <a:ext cx="4999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</a:rPr>
              <a:t>一维随机变量及其分布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284676" name="AutoShape 4"/>
          <p:cNvSpPr>
            <a:spLocks noChangeArrowheads="1"/>
          </p:cNvSpPr>
          <p:nvPr/>
        </p:nvSpPr>
        <p:spPr bwMode="auto">
          <a:xfrm>
            <a:off x="3905250" y="2592388"/>
            <a:ext cx="304800" cy="990600"/>
          </a:xfrm>
          <a:prstGeom prst="downArrow">
            <a:avLst>
              <a:gd name="adj1" fmla="val 50000"/>
              <a:gd name="adj2" fmla="val 8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84677" name="Rectangle 5"/>
          <p:cNvSpPr>
            <a:spLocks noChangeArrowheads="1"/>
          </p:cNvSpPr>
          <p:nvPr/>
        </p:nvSpPr>
        <p:spPr bwMode="auto">
          <a:xfrm>
            <a:off x="2000250" y="3689350"/>
            <a:ext cx="4264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</a:rPr>
              <a:t>多维随机变量及其分布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sp>
        <p:nvSpPr>
          <p:cNvPr id="284678" name="Rectangle 6"/>
          <p:cNvSpPr>
            <a:spLocks noChangeArrowheads="1"/>
          </p:cNvSpPr>
          <p:nvPr/>
        </p:nvSpPr>
        <p:spPr bwMode="auto">
          <a:xfrm>
            <a:off x="395288" y="4495800"/>
            <a:ext cx="696753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</a:t>
            </a:r>
            <a:r>
              <a:rPr lang="zh-CN" altLang="en-US" sz="2800" b="1"/>
              <a:t>由于从二维推广到多维一般无实质性的</a:t>
            </a:r>
            <a:endParaRPr lang="zh-CN" altLang="en-US" sz="2800" b="1"/>
          </a:p>
          <a:p>
            <a:pPr eaLnBrk="1" hangingPunct="1"/>
            <a:r>
              <a:rPr lang="zh-CN" altLang="en-US" sz="2800" b="1"/>
              <a:t>困难，我们重点讨论二维随机变量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84679" name="Rectangle 7"/>
          <p:cNvSpPr>
            <a:spLocks noChangeArrowheads="1"/>
          </p:cNvSpPr>
          <p:nvPr/>
        </p:nvSpPr>
        <p:spPr bwMode="auto">
          <a:xfrm>
            <a:off x="1982788" y="1093788"/>
            <a:ext cx="447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第三章是第二章内容的推广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8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4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ldLvl="0" animBg="1" autoUpdateAnimBg="0"/>
      <p:bldP spid="284676" grpId="0" bldLvl="0" animBg="1"/>
      <p:bldP spid="284677" grpId="0" bldLvl="0" animBg="1" autoUpdateAnimBg="0"/>
      <p:bldP spid="284678" grpId="0" bldLvl="0" animBg="1" autoUpdateAnimBg="0"/>
      <p:bldP spid="284679" grpId="0" bldLvl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152400" y="822325"/>
            <a:ext cx="81470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accent2"/>
                </a:solidFill>
              </a:rPr>
              <a:t>       </a:t>
            </a:r>
            <a:r>
              <a:rPr lang="zh-CN" altLang="en-US" sz="2800" b="1">
                <a:solidFill>
                  <a:schemeClr val="accent2"/>
                </a:solidFill>
              </a:rPr>
              <a:t>有些随机现象用一个随机变量来描述还不够</a:t>
            </a:r>
            <a:r>
              <a:rPr lang="zh-CN" altLang="en-US" sz="2800" b="1"/>
              <a:t>，而需要用几个随机变量来描述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85700" name="Rectangle 4"/>
          <p:cNvSpPr>
            <a:spLocks noChangeArrowheads="1"/>
          </p:cNvSpPr>
          <p:nvPr/>
        </p:nvSpPr>
        <p:spPr bwMode="auto">
          <a:xfrm>
            <a:off x="1371600" y="2514600"/>
            <a:ext cx="5943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</a:t>
            </a:r>
            <a:r>
              <a:rPr lang="zh-CN" altLang="en-US" sz="2800" b="1"/>
              <a:t>在打靶时</a:t>
            </a:r>
            <a:r>
              <a:rPr lang="en-US" altLang="zh-CN" sz="2800" b="1"/>
              <a:t>,</a:t>
            </a:r>
            <a:r>
              <a:rPr lang="zh-CN" altLang="en-US" sz="2800" b="1"/>
              <a:t>命中点的位置是由一对</a:t>
            </a:r>
            <a:r>
              <a:rPr lang="en-US" altLang="zh-CN" sz="2800" b="1" i="1"/>
              <a:t>r .v </a:t>
            </a:r>
            <a:r>
              <a:rPr lang="en-US" altLang="zh-CN" sz="2800" b="1"/>
              <a:t>(</a:t>
            </a:r>
            <a:r>
              <a:rPr lang="zh-CN" altLang="en-US" sz="2800" b="1"/>
              <a:t>两个坐标</a:t>
            </a:r>
            <a:r>
              <a:rPr lang="en-US" altLang="zh-CN" sz="2800" b="1"/>
              <a:t>)</a:t>
            </a:r>
            <a:r>
              <a:rPr lang="zh-CN" altLang="en-US" sz="2800" b="1"/>
              <a:t>（</a:t>
            </a:r>
            <a:r>
              <a:rPr lang="en-US" altLang="zh-CN" sz="2800" b="1"/>
              <a:t>X</a:t>
            </a:r>
            <a:r>
              <a:rPr lang="zh-CN" altLang="en-US" sz="2800" b="1"/>
              <a:t>，</a:t>
            </a:r>
            <a:r>
              <a:rPr lang="en-US" altLang="zh-CN" sz="2800" b="1"/>
              <a:t>Y</a:t>
            </a:r>
            <a:r>
              <a:rPr lang="zh-CN" altLang="en-US" sz="2800" b="1"/>
              <a:t>）来确定的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  <p:sp>
        <p:nvSpPr>
          <p:cNvPr id="285701" name="Rectangle 5"/>
          <p:cNvSpPr>
            <a:spLocks noChangeArrowheads="1"/>
          </p:cNvSpPr>
          <p:nvPr/>
        </p:nvSpPr>
        <p:spPr bwMode="auto">
          <a:xfrm>
            <a:off x="1143000" y="3962400"/>
            <a:ext cx="6553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</a:t>
            </a:r>
            <a:r>
              <a:rPr lang="zh-CN" altLang="en-US" sz="2800" b="1"/>
              <a:t>飞机的重心在空中的位置是由三个</a:t>
            </a:r>
            <a:r>
              <a:rPr lang="en-US" altLang="zh-CN" sz="2800" b="1"/>
              <a:t>r .v (</a:t>
            </a:r>
            <a:r>
              <a:rPr lang="zh-CN" altLang="en-US" sz="2800" b="1"/>
              <a:t>三个坐标</a:t>
            </a:r>
            <a:r>
              <a:rPr lang="en-US" altLang="zh-CN" sz="2800" b="1"/>
              <a:t>)</a:t>
            </a:r>
            <a:r>
              <a:rPr lang="zh-CN" altLang="en-US" sz="2800" b="1"/>
              <a:t>（</a:t>
            </a:r>
            <a:r>
              <a:rPr lang="en-US" altLang="zh-CN" sz="2800" b="1"/>
              <a:t>X</a:t>
            </a:r>
            <a:r>
              <a:rPr lang="zh-CN" altLang="en-US" sz="2800" b="1"/>
              <a:t>，</a:t>
            </a:r>
            <a:r>
              <a:rPr lang="en-US" altLang="zh-CN" sz="2800" b="1"/>
              <a:t>Y</a:t>
            </a:r>
            <a:r>
              <a:rPr lang="zh-CN" altLang="en-US" sz="2800" b="1"/>
              <a:t>，</a:t>
            </a:r>
            <a:r>
              <a:rPr lang="en-US" altLang="zh-CN" sz="2800" b="1"/>
              <a:t>Z</a:t>
            </a:r>
            <a:r>
              <a:rPr lang="zh-CN" altLang="en-US" sz="2800" b="1"/>
              <a:t>）来确定的等等</a:t>
            </a:r>
            <a:r>
              <a:rPr lang="en-US" altLang="zh-CN" sz="2800" b="1"/>
              <a:t>.</a:t>
            </a:r>
            <a:endParaRPr lang="en-US" altLang="zh-CN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699" grpId="0" bldLvl="0" animBg="1" autoUpdateAnimBg="0"/>
      <p:bldP spid="285700" grpId="0" bldLvl="0" animBg="1" autoUpdateAnimBg="0"/>
      <p:bldP spid="285701" grpId="0" bldLvl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30" name="Text Box 6"/>
          <p:cNvSpPr txBox="1">
            <a:spLocks noChangeArrowheads="1"/>
          </p:cNvSpPr>
          <p:nvPr/>
        </p:nvSpPr>
        <p:spPr bwMode="auto">
          <a:xfrm>
            <a:off x="482600" y="536575"/>
            <a:ext cx="1439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0000FF"/>
                </a:solidFill>
              </a:rPr>
              <a:t>定义</a:t>
            </a:r>
            <a:endParaRPr lang="zh-CN" altLang="en-US" sz="2800">
              <a:solidFill>
                <a:srgbClr val="0000FF"/>
              </a:solidFill>
            </a:endParaRPr>
          </a:p>
        </p:txBody>
      </p:sp>
      <p:graphicFrame>
        <p:nvGraphicFramePr>
          <p:cNvPr id="461832" name="Object 8"/>
          <p:cNvGraphicFramePr>
            <a:graphicFrameLocks noChangeAspect="1"/>
          </p:cNvGraphicFramePr>
          <p:nvPr/>
        </p:nvGraphicFramePr>
        <p:xfrm>
          <a:off x="5508625" y="1087438"/>
          <a:ext cx="3092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" name="Equation" r:id="rId1" imgW="1524000" imgH="228600" progId="Equation.DSMT4">
                  <p:embed/>
                </p:oleObj>
              </mc:Choice>
              <mc:Fallback>
                <p:oleObj name="Equation" r:id="rId1" imgW="1524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087438"/>
                        <a:ext cx="3092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1833" name="Text Box 9"/>
          <p:cNvSpPr txBox="1">
            <a:spLocks noChangeArrowheads="1"/>
          </p:cNvSpPr>
          <p:nvPr/>
        </p:nvSpPr>
        <p:spPr bwMode="auto">
          <a:xfrm>
            <a:off x="1042988" y="1716088"/>
            <a:ext cx="741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/>
              <a:t>是定义在这个概率空间上的</a:t>
            </a:r>
            <a:r>
              <a:rPr lang="en-US" altLang="zh-CN" sz="2800"/>
              <a:t>n</a:t>
            </a:r>
            <a:r>
              <a:rPr lang="zh-CN" altLang="en-US" sz="2800"/>
              <a:t>个随机变量，称</a:t>
            </a:r>
            <a:endParaRPr lang="zh-CN" altLang="en-US" sz="2800"/>
          </a:p>
        </p:txBody>
      </p:sp>
      <p:graphicFrame>
        <p:nvGraphicFramePr>
          <p:cNvPr id="461834" name="Object 10"/>
          <p:cNvGraphicFramePr>
            <a:graphicFrameLocks noChangeAspect="1"/>
          </p:cNvGraphicFramePr>
          <p:nvPr/>
        </p:nvGraphicFramePr>
        <p:xfrm>
          <a:off x="1042988" y="2311400"/>
          <a:ext cx="762952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" name="Equation" r:id="rId3" imgW="3162300" imgH="228600" progId="Equation.DSMT4">
                  <p:embed/>
                </p:oleObj>
              </mc:Choice>
              <mc:Fallback>
                <p:oleObj name="Equation" r:id="rId3" imgW="31623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311400"/>
                        <a:ext cx="7629525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9051" name="Text Box 11"/>
          <p:cNvSpPr txBox="1">
            <a:spLocks noChangeArrowheads="1"/>
          </p:cNvSpPr>
          <p:nvPr/>
        </p:nvSpPr>
        <p:spPr bwMode="auto">
          <a:xfrm>
            <a:off x="900113" y="3054350"/>
            <a:ext cx="5373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/>
              <a:t>  </a:t>
            </a:r>
            <a:r>
              <a:rPr lang="zh-CN" altLang="en-US" sz="2800"/>
              <a:t>以下重点讨论</a:t>
            </a:r>
            <a:endParaRPr lang="en-US" altLang="zh-CN" sz="2800"/>
          </a:p>
        </p:txBody>
      </p:sp>
      <p:sp>
        <p:nvSpPr>
          <p:cNvPr id="599052" name="Rectangle 12"/>
          <p:cNvSpPr>
            <a:spLocks noChangeArrowheads="1"/>
          </p:cNvSpPr>
          <p:nvPr/>
        </p:nvSpPr>
        <p:spPr bwMode="auto">
          <a:xfrm>
            <a:off x="1203325" y="4851400"/>
            <a:ext cx="5070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/>
              <a:t>请注意与一维情形的对照 </a:t>
            </a:r>
            <a:r>
              <a:rPr lang="en-US" altLang="zh-CN" sz="2800"/>
              <a:t>.</a:t>
            </a:r>
            <a:endParaRPr lang="en-US" altLang="zh-CN" sz="2800"/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108075" y="3790950"/>
            <a:ext cx="70580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chemeClr val="tx2"/>
                </a:solidFill>
              </a:rPr>
              <a:t>二维随机变量</a:t>
            </a:r>
            <a:endParaRPr lang="zh-CN" altLang="en-US" sz="4400" b="1">
              <a:solidFill>
                <a:schemeClr val="tx2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900113" y="1133475"/>
            <a:ext cx="4641850" cy="769938"/>
            <a:chOff x="899592" y="667171"/>
            <a:chExt cx="4641850" cy="770391"/>
          </a:xfrm>
        </p:grpSpPr>
        <p:graphicFrame>
          <p:nvGraphicFramePr>
            <p:cNvPr id="6154" name="Object 7"/>
            <p:cNvGraphicFramePr>
              <a:graphicFrameLocks noChangeAspect="1"/>
            </p:cNvGraphicFramePr>
            <p:nvPr/>
          </p:nvGraphicFramePr>
          <p:xfrm>
            <a:off x="899592" y="667171"/>
            <a:ext cx="4641850" cy="455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0" name="Equation" r:id="rId5" imgW="2070100" imgH="203200" progId="Equation.DSMT4">
                    <p:embed/>
                  </p:oleObj>
                </mc:Choice>
                <mc:Fallback>
                  <p:oleObj name="Equation" r:id="rId5" imgW="2070100" imgH="203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592" y="667171"/>
                          <a:ext cx="4641850" cy="455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0"/>
            <p:cNvGraphicFramePr>
              <a:graphicFrameLocks noChangeAspect="1"/>
            </p:cNvGraphicFramePr>
            <p:nvPr/>
          </p:nvGraphicFramePr>
          <p:xfrm>
            <a:off x="1241950" y="680324"/>
            <a:ext cx="2725737" cy="757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51" name="Document" r:id="rId7" imgW="1492885" imgH="473710" progId="Word.Document.8">
                    <p:embed/>
                  </p:oleObj>
                </mc:Choice>
                <mc:Fallback>
                  <p:oleObj name="Document" r:id="rId7" imgW="1492885" imgH="473710" progId="Word.Document.8">
                    <p:embed/>
                    <p:pic>
                      <p:nvPicPr>
                        <p:cNvPr id="0" name="Object 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1950" y="680324"/>
                          <a:ext cx="2725737" cy="757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599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99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30" grpId="0"/>
      <p:bldP spid="461833" grpId="0"/>
      <p:bldP spid="599051" grpId="0" bldLvl="0" animBg="1" autoUpdateAnimBg="0"/>
      <p:bldP spid="599052" grpId="0" bldLvl="0" animBg="1" autoUpdateAnimBg="0"/>
      <p:bldP spid="9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746" name="Group 2"/>
          <p:cNvGrpSpPr/>
          <p:nvPr/>
        </p:nvGrpSpPr>
        <p:grpSpPr bwMode="auto">
          <a:xfrm>
            <a:off x="5580063" y="1146175"/>
            <a:ext cx="3095625" cy="3095625"/>
            <a:chOff x="3515" y="981"/>
            <a:chExt cx="1950" cy="1950"/>
          </a:xfrm>
        </p:grpSpPr>
        <p:sp>
          <p:nvSpPr>
            <p:cNvPr id="7193" name="AutoShape 3"/>
            <p:cNvSpPr>
              <a:spLocks noChangeArrowheads="1"/>
            </p:cNvSpPr>
            <p:nvPr/>
          </p:nvSpPr>
          <p:spPr bwMode="auto">
            <a:xfrm>
              <a:off x="3515" y="981"/>
              <a:ext cx="1950" cy="1950"/>
            </a:xfrm>
            <a:prstGeom prst="wedgeRectCallout">
              <a:avLst>
                <a:gd name="adj1" fmla="val -38718"/>
                <a:gd name="adj2" fmla="val 47486"/>
              </a:avLst>
            </a:prstGeom>
            <a:solidFill>
              <a:srgbClr val="FFFFEF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graphicFrame>
          <p:nvGraphicFramePr>
            <p:cNvPr id="7194" name="Object 4"/>
            <p:cNvGraphicFramePr>
              <a:graphicFrameLocks noChangeAspect="1"/>
            </p:cNvGraphicFramePr>
            <p:nvPr/>
          </p:nvGraphicFramePr>
          <p:xfrm>
            <a:off x="3549" y="2070"/>
            <a:ext cx="1909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5" name="公式" r:id="rId1" imgW="1000125" imgH="125095" progId="Equation.3">
                    <p:embed/>
                  </p:oleObj>
                </mc:Choice>
                <mc:Fallback>
                  <p:oleObj name="公式" r:id="rId1" imgW="1000125" imgH="12509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9" y="2070"/>
                          <a:ext cx="1909" cy="358"/>
                        </a:xfrm>
                        <a:prstGeom prst="rect">
                          <a:avLst/>
                        </a:prstGeom>
                        <a:solidFill>
                          <a:srgbClr val="FFFFE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5" name="Object 5"/>
            <p:cNvGraphicFramePr>
              <a:graphicFrameLocks noChangeAspect="1"/>
            </p:cNvGraphicFramePr>
            <p:nvPr/>
          </p:nvGraphicFramePr>
          <p:xfrm>
            <a:off x="3787" y="2478"/>
            <a:ext cx="136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6" name="公式" r:id="rId3" imgW="695325" imgH="67310" progId="Equation.3">
                    <p:embed/>
                  </p:oleObj>
                </mc:Choice>
                <mc:Fallback>
                  <p:oleObj name="公式" r:id="rId3" imgW="695325" imgH="6731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478"/>
                          <a:ext cx="1366" cy="247"/>
                        </a:xfrm>
                        <a:prstGeom prst="rect">
                          <a:avLst/>
                        </a:prstGeom>
                        <a:solidFill>
                          <a:srgbClr val="FFFFE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6" name="Rectangle 6"/>
            <p:cNvSpPr>
              <a:spLocks noChangeArrowheads="1"/>
            </p:cNvSpPr>
            <p:nvPr/>
          </p:nvSpPr>
          <p:spPr bwMode="auto">
            <a:xfrm>
              <a:off x="3672" y="1480"/>
              <a:ext cx="1390" cy="327"/>
            </a:xfrm>
            <a:prstGeom prst="rect">
              <a:avLst/>
            </a:prstGeom>
            <a:solidFill>
              <a:srgbClr val="FFFFE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X</a:t>
              </a:r>
              <a:r>
                <a:rPr lang="zh-CN" altLang="en-US" sz="2800" b="1"/>
                <a:t>的分布函数</a:t>
              </a:r>
              <a:endParaRPr lang="zh-CN" altLang="en-US" sz="2800" b="1"/>
            </a:p>
          </p:txBody>
        </p:sp>
        <p:sp>
          <p:nvSpPr>
            <p:cNvPr id="7197" name="Rectangle 7"/>
            <p:cNvSpPr>
              <a:spLocks noChangeArrowheads="1"/>
            </p:cNvSpPr>
            <p:nvPr/>
          </p:nvSpPr>
          <p:spPr bwMode="auto">
            <a:xfrm>
              <a:off x="3571" y="1032"/>
              <a:ext cx="1486" cy="327"/>
            </a:xfrm>
            <a:prstGeom prst="rect">
              <a:avLst/>
            </a:prstGeom>
            <a:solidFill>
              <a:srgbClr val="FFFFE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一维随机变量</a:t>
              </a:r>
              <a:endParaRPr lang="zh-CN" altLang="en-US" sz="2800" b="1"/>
            </a:p>
          </p:txBody>
        </p:sp>
      </p:grpSp>
      <p:graphicFrame>
        <p:nvGraphicFramePr>
          <p:cNvPr id="287752" name="Object 8"/>
          <p:cNvGraphicFramePr>
            <a:graphicFrameLocks noChangeAspect="1"/>
          </p:cNvGraphicFramePr>
          <p:nvPr/>
        </p:nvGraphicFramePr>
        <p:xfrm>
          <a:off x="893763" y="2811463"/>
          <a:ext cx="4038600" cy="179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7" name="Equation" r:id="rId5" imgW="3962400" imgH="1732280" progId="Equation.DSMT4">
                  <p:embed/>
                </p:oleObj>
              </mc:Choice>
              <mc:Fallback>
                <p:oleObj name="Equation" r:id="rId5" imgW="3962400" imgH="17322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2811463"/>
                        <a:ext cx="4038600" cy="179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9"/>
          <p:cNvGraphicFramePr>
            <a:graphicFrameLocks noChangeAspect="1"/>
          </p:cNvGraphicFramePr>
          <p:nvPr/>
        </p:nvGraphicFramePr>
        <p:xfrm>
          <a:off x="506413" y="-531813"/>
          <a:ext cx="190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08" name="Equation" r:id="rId7" imgW="190500" imgH="330200" progId="Equation.DSMT4">
                  <p:embed/>
                </p:oleObj>
              </mc:Choice>
              <mc:Fallback>
                <p:oleObj name="Equation" r:id="rId7" imgW="190500" imgH="330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-531813"/>
                        <a:ext cx="190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754" name="Group 10"/>
          <p:cNvGrpSpPr/>
          <p:nvPr/>
        </p:nvGrpSpPr>
        <p:grpSpPr bwMode="auto">
          <a:xfrm>
            <a:off x="717550" y="1490663"/>
            <a:ext cx="4646613" cy="1093787"/>
            <a:chOff x="452" y="1198"/>
            <a:chExt cx="2927" cy="689"/>
          </a:xfrm>
        </p:grpSpPr>
        <p:graphicFrame>
          <p:nvGraphicFramePr>
            <p:cNvPr id="7191" name="Object 11"/>
            <p:cNvGraphicFramePr>
              <a:graphicFrameLocks noChangeAspect="1"/>
            </p:cNvGraphicFramePr>
            <p:nvPr/>
          </p:nvGraphicFramePr>
          <p:xfrm>
            <a:off x="452" y="1687"/>
            <a:ext cx="4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09" name="Equation" r:id="rId9" imgW="609600" imgH="240665" progId="Equation.DSMT4">
                    <p:embed/>
                  </p:oleObj>
                </mc:Choice>
                <mc:Fallback>
                  <p:oleObj name="Equation" r:id="rId9" imgW="609600" imgH="24066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" y="1687"/>
                          <a:ext cx="4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92" name="Text Box 12"/>
            <p:cNvSpPr txBox="1">
              <a:spLocks noChangeArrowheads="1"/>
            </p:cNvSpPr>
            <p:nvPr/>
          </p:nvSpPr>
          <p:spPr bwMode="auto">
            <a:xfrm>
              <a:off x="1429" y="1198"/>
              <a:ext cx="19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如果对于任意实数</a:t>
              </a:r>
              <a:endParaRPr lang="zh-CN" altLang="en-US" sz="2800" b="1"/>
            </a:p>
          </p:txBody>
        </p:sp>
      </p:grpSp>
      <p:sp>
        <p:nvSpPr>
          <p:cNvPr id="287757" name="Text Box 13"/>
          <p:cNvSpPr txBox="1">
            <a:spLocks noChangeArrowheads="1"/>
          </p:cNvSpPr>
          <p:nvPr/>
        </p:nvSpPr>
        <p:spPr bwMode="auto">
          <a:xfrm>
            <a:off x="1476375" y="213836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二元 函数</a:t>
            </a:r>
            <a:endParaRPr lang="zh-CN" altLang="en-US" sz="2800" b="1"/>
          </a:p>
        </p:txBody>
      </p:sp>
      <p:grpSp>
        <p:nvGrpSpPr>
          <p:cNvPr id="287758" name="Group 14"/>
          <p:cNvGrpSpPr/>
          <p:nvPr/>
        </p:nvGrpSpPr>
        <p:grpSpPr bwMode="auto">
          <a:xfrm>
            <a:off x="468313" y="4746625"/>
            <a:ext cx="5903912" cy="566738"/>
            <a:chOff x="295" y="3249"/>
            <a:chExt cx="3719" cy="357"/>
          </a:xfrm>
        </p:grpSpPr>
        <p:sp>
          <p:nvSpPr>
            <p:cNvPr id="7189" name="Text Box 15"/>
            <p:cNvSpPr txBox="1">
              <a:spLocks noChangeArrowheads="1"/>
            </p:cNvSpPr>
            <p:nvPr/>
          </p:nvSpPr>
          <p:spPr bwMode="auto">
            <a:xfrm>
              <a:off x="295" y="3249"/>
              <a:ext cx="371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称为二维随机变量            的</a:t>
              </a:r>
              <a:r>
                <a:rPr lang="zh-CN" altLang="en-US" sz="2800" b="1">
                  <a:solidFill>
                    <a:schemeClr val="accent2"/>
                  </a:solidFill>
                </a:rPr>
                <a:t>分布函数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  <p:graphicFrame>
          <p:nvGraphicFramePr>
            <p:cNvPr id="7190" name="Object 16"/>
            <p:cNvGraphicFramePr>
              <a:graphicFrameLocks noChangeAspect="1"/>
            </p:cNvGraphicFramePr>
            <p:nvPr/>
          </p:nvGraphicFramePr>
          <p:xfrm>
            <a:off x="2195" y="3294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10" name="Equation" r:id="rId11" imgW="942975" imgH="423545" progId="Equation.DSMT4">
                    <p:embed/>
                  </p:oleObj>
                </mc:Choice>
                <mc:Fallback>
                  <p:oleObj name="Equation" r:id="rId11" imgW="942975" imgH="42354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" y="3294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7761" name="Group 17"/>
          <p:cNvGrpSpPr/>
          <p:nvPr/>
        </p:nvGrpSpPr>
        <p:grpSpPr bwMode="auto">
          <a:xfrm>
            <a:off x="468313" y="4746625"/>
            <a:ext cx="8351837" cy="1095375"/>
            <a:chOff x="295" y="3249"/>
            <a:chExt cx="5261" cy="690"/>
          </a:xfrm>
        </p:grpSpPr>
        <p:sp>
          <p:nvSpPr>
            <p:cNvPr id="7184" name="Text Box 18"/>
            <p:cNvSpPr txBox="1">
              <a:spLocks noChangeArrowheads="1"/>
            </p:cNvSpPr>
            <p:nvPr/>
          </p:nvSpPr>
          <p:spPr bwMode="auto">
            <a:xfrm>
              <a:off x="4059" y="3249"/>
              <a:ext cx="14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或者称为随机</a:t>
              </a:r>
              <a:endParaRPr lang="zh-CN" altLang="en-US" sz="2800" b="1"/>
            </a:p>
          </p:txBody>
        </p:sp>
        <p:grpSp>
          <p:nvGrpSpPr>
            <p:cNvPr id="7185" name="Group 19"/>
            <p:cNvGrpSpPr/>
            <p:nvPr/>
          </p:nvGrpSpPr>
          <p:grpSpPr bwMode="auto">
            <a:xfrm>
              <a:off x="295" y="3612"/>
              <a:ext cx="2948" cy="327"/>
              <a:chOff x="295" y="3612"/>
              <a:chExt cx="2948" cy="327"/>
            </a:xfrm>
          </p:grpSpPr>
          <p:sp>
            <p:nvSpPr>
              <p:cNvPr id="7186" name="Text Box 20"/>
              <p:cNvSpPr txBox="1">
                <a:spLocks noChangeArrowheads="1"/>
              </p:cNvSpPr>
              <p:nvPr/>
            </p:nvSpPr>
            <p:spPr bwMode="auto">
              <a:xfrm>
                <a:off x="295" y="3612"/>
                <a:ext cx="294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变量     和    的</a:t>
                </a:r>
                <a:r>
                  <a:rPr lang="zh-CN" altLang="en-US" sz="2800" b="1">
                    <a:solidFill>
                      <a:schemeClr val="accent2"/>
                    </a:solidFill>
                  </a:rPr>
                  <a:t>联合分布函数</a:t>
                </a:r>
                <a:r>
                  <a:rPr lang="en-US" altLang="zh-CN" sz="2800" b="1"/>
                  <a:t>.</a:t>
                </a:r>
                <a:endParaRPr lang="en-US" altLang="zh-CN" sz="2800" b="1"/>
              </a:p>
            </p:txBody>
          </p:sp>
          <p:graphicFrame>
            <p:nvGraphicFramePr>
              <p:cNvPr id="7187" name="Object 21"/>
              <p:cNvGraphicFramePr>
                <a:graphicFrameLocks noChangeAspect="1"/>
              </p:cNvGraphicFramePr>
              <p:nvPr/>
            </p:nvGraphicFramePr>
            <p:xfrm>
              <a:off x="1338" y="3702"/>
              <a:ext cx="176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11" name="Equation" r:id="rId13" imgW="200025" imgH="221615" progId="Equation.DSMT4">
                      <p:embed/>
                    </p:oleObj>
                  </mc:Choice>
                  <mc:Fallback>
                    <p:oleObj name="Equation" r:id="rId13" imgW="200025" imgH="22161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8" y="3702"/>
                            <a:ext cx="176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88" name="Object 22"/>
              <p:cNvGraphicFramePr>
                <a:graphicFrameLocks noChangeAspect="1"/>
              </p:cNvGraphicFramePr>
              <p:nvPr/>
            </p:nvGraphicFramePr>
            <p:xfrm>
              <a:off x="839" y="3700"/>
              <a:ext cx="22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12" name="Equation" r:id="rId15" imgW="276225" imgH="221615" progId="Equation.DSMT4">
                      <p:embed/>
                    </p:oleObj>
                  </mc:Choice>
                  <mc:Fallback>
                    <p:oleObj name="Equation" r:id="rId15" imgW="276225" imgH="221615" progId="Equation.DSMT4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9" y="3700"/>
                            <a:ext cx="22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87767" name="Text Box 23"/>
          <p:cNvSpPr txBox="1">
            <a:spLocks noChangeArrowheads="1"/>
          </p:cNvSpPr>
          <p:nvPr/>
        </p:nvSpPr>
        <p:spPr bwMode="auto">
          <a:xfrm>
            <a:off x="1401763" y="914400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pSp>
        <p:nvGrpSpPr>
          <p:cNvPr id="287768" name="Group 24"/>
          <p:cNvGrpSpPr/>
          <p:nvPr/>
        </p:nvGrpSpPr>
        <p:grpSpPr bwMode="auto">
          <a:xfrm>
            <a:off x="684213" y="930275"/>
            <a:ext cx="4751387" cy="1079500"/>
            <a:chOff x="431" y="845"/>
            <a:chExt cx="2993" cy="680"/>
          </a:xfrm>
        </p:grpSpPr>
        <p:grpSp>
          <p:nvGrpSpPr>
            <p:cNvPr id="7180" name="Group 25"/>
            <p:cNvGrpSpPr/>
            <p:nvPr/>
          </p:nvGrpSpPr>
          <p:grpSpPr bwMode="auto">
            <a:xfrm>
              <a:off x="1655" y="845"/>
              <a:ext cx="1769" cy="348"/>
              <a:chOff x="1655" y="845"/>
              <a:chExt cx="1769" cy="348"/>
            </a:xfrm>
          </p:grpSpPr>
          <p:graphicFrame>
            <p:nvGraphicFramePr>
              <p:cNvPr id="7182" name="Object 26"/>
              <p:cNvGraphicFramePr>
                <a:graphicFrameLocks noChangeAspect="1"/>
              </p:cNvGraphicFramePr>
              <p:nvPr/>
            </p:nvGraphicFramePr>
            <p:xfrm>
              <a:off x="1967" y="881"/>
              <a:ext cx="6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413" name="Equation" r:id="rId17" imgW="942975" imgH="423545" progId="Equation.DSMT4">
                      <p:embed/>
                    </p:oleObj>
                  </mc:Choice>
                  <mc:Fallback>
                    <p:oleObj name="Equation" r:id="rId17" imgW="942975" imgH="423545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67" y="881"/>
                            <a:ext cx="6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183" name="Text Box 27"/>
              <p:cNvSpPr txBox="1">
                <a:spLocks noChangeArrowheads="1"/>
              </p:cNvSpPr>
              <p:nvPr/>
            </p:nvSpPr>
            <p:spPr bwMode="auto">
              <a:xfrm>
                <a:off x="1655" y="845"/>
                <a:ext cx="176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设            是二维</a:t>
                </a:r>
                <a:endParaRPr lang="zh-CN" altLang="en-US" sz="2800" b="1"/>
              </a:p>
            </p:txBody>
          </p:sp>
        </p:grpSp>
        <p:sp>
          <p:nvSpPr>
            <p:cNvPr id="7181" name="Rectangle 28"/>
            <p:cNvSpPr>
              <a:spLocks noChangeArrowheads="1"/>
            </p:cNvSpPr>
            <p:nvPr/>
          </p:nvSpPr>
          <p:spPr bwMode="auto">
            <a:xfrm>
              <a:off x="431" y="1198"/>
              <a:ext cx="10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随机变量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</p:grpSp>
      <p:sp>
        <p:nvSpPr>
          <p:cNvPr id="287773" name="Text Box 29"/>
          <p:cNvSpPr txBox="1">
            <a:spLocks noChangeArrowheads="1"/>
          </p:cNvSpPr>
          <p:nvPr/>
        </p:nvSpPr>
        <p:spPr bwMode="auto">
          <a:xfrm>
            <a:off x="684213" y="206375"/>
            <a:ext cx="56880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一、二维随机变量的分布函数</a:t>
            </a:r>
            <a:endParaRPr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87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7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7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87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7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7" grpId="0" bldLvl="0" animBg="1" autoUpdateAnimBg="0"/>
      <p:bldP spid="287767" grpId="0" bldLvl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 descr="宽上对角线"/>
          <p:cNvSpPr>
            <a:spLocks noChangeArrowheads="1"/>
          </p:cNvSpPr>
          <p:nvPr/>
        </p:nvSpPr>
        <p:spPr bwMode="auto">
          <a:xfrm>
            <a:off x="6592888" y="2170113"/>
            <a:ext cx="1600200" cy="1216025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kumimoji="0" lang="zh-CN" altLang="zh-CN" sz="1800" u="sng">
              <a:latin typeface="Arial" panose="020B0604020202020204" pitchFamily="34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73113" y="404813"/>
            <a:ext cx="4103687" cy="685800"/>
          </a:xfrm>
        </p:spPr>
        <p:txBody>
          <a:bodyPr/>
          <a:lstStyle/>
          <a:p>
            <a:pPr eaLnBrk="1" hangingPunct="1"/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分布函数的几何意义</a:t>
            </a:r>
            <a:r>
              <a:rPr lang="zh-CN" altLang="en-US" sz="28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8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684213" y="1125538"/>
            <a:ext cx="7805737" cy="538162"/>
            <a:chOff x="431" y="621"/>
            <a:chExt cx="4917" cy="339"/>
          </a:xfrm>
        </p:grpSpPr>
        <p:graphicFrame>
          <p:nvGraphicFramePr>
            <p:cNvPr id="8238" name="Object 5"/>
            <p:cNvGraphicFramePr>
              <a:graphicFrameLocks noChangeAspect="1"/>
            </p:cNvGraphicFramePr>
            <p:nvPr/>
          </p:nvGraphicFramePr>
          <p:xfrm>
            <a:off x="2122" y="651"/>
            <a:ext cx="714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09" name="公式" r:id="rId1" imgW="390525" imgH="125095" progId="Equation.3">
                    <p:embed/>
                  </p:oleObj>
                </mc:Choice>
                <mc:Fallback>
                  <p:oleObj name="公式" r:id="rId1" imgW="390525" imgH="1250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2" y="651"/>
                          <a:ext cx="714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9" name="Text Box 6"/>
            <p:cNvSpPr txBox="1">
              <a:spLocks noChangeArrowheads="1"/>
            </p:cNvSpPr>
            <p:nvPr/>
          </p:nvSpPr>
          <p:spPr bwMode="auto">
            <a:xfrm>
              <a:off x="431" y="621"/>
              <a:ext cx="16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将二维随机变量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  <p:sp>
          <p:nvSpPr>
            <p:cNvPr id="8240" name="Text Box 7"/>
            <p:cNvSpPr txBox="1">
              <a:spLocks noChangeArrowheads="1"/>
            </p:cNvSpPr>
            <p:nvPr/>
          </p:nvSpPr>
          <p:spPr bwMode="auto">
            <a:xfrm>
              <a:off x="2757" y="629"/>
              <a:ext cx="25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看成平面上随机点的坐标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465928" name="Object 8"/>
          <p:cNvGraphicFramePr>
            <a:graphicFrameLocks noChangeAspect="1"/>
          </p:cNvGraphicFramePr>
          <p:nvPr/>
        </p:nvGraphicFramePr>
        <p:xfrm>
          <a:off x="1192213" y="1697038"/>
          <a:ext cx="4316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0" name="公式" r:id="rId3" imgW="1647825" imgH="125095" progId="Equation.3">
                  <p:embed/>
                </p:oleObj>
              </mc:Choice>
              <mc:Fallback>
                <p:oleObj name="公式" r:id="rId3" imgW="1647825" imgH="1250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697038"/>
                        <a:ext cx="43164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/>
          <p:nvPr/>
        </p:nvGrpSpPr>
        <p:grpSpPr bwMode="auto">
          <a:xfrm>
            <a:off x="6211888" y="3152775"/>
            <a:ext cx="2824162" cy="457200"/>
            <a:chOff x="3913" y="1986"/>
            <a:chExt cx="1779" cy="288"/>
          </a:xfrm>
        </p:grpSpPr>
        <p:sp>
          <p:nvSpPr>
            <p:cNvPr id="8236" name="Line 10"/>
            <p:cNvSpPr>
              <a:spLocks noChangeShapeType="1"/>
            </p:cNvSpPr>
            <p:nvPr/>
          </p:nvSpPr>
          <p:spPr bwMode="auto">
            <a:xfrm>
              <a:off x="3913" y="198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8237" name="Object 11"/>
            <p:cNvGraphicFramePr>
              <a:graphicFrameLocks noChangeAspect="1"/>
            </p:cNvGraphicFramePr>
            <p:nvPr/>
          </p:nvGraphicFramePr>
          <p:xfrm>
            <a:off x="5449" y="2048"/>
            <a:ext cx="24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1" name="Equation" r:id="rId5" imgW="104775" imgH="86360" progId="Equation.3">
                    <p:embed/>
                  </p:oleObj>
                </mc:Choice>
                <mc:Fallback>
                  <p:oleObj name="Equation" r:id="rId5" imgW="104775" imgH="8636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2048"/>
                          <a:ext cx="24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/>
          <p:cNvGrpSpPr/>
          <p:nvPr/>
        </p:nvGrpSpPr>
        <p:grpSpPr bwMode="auto">
          <a:xfrm>
            <a:off x="6588125" y="1595438"/>
            <a:ext cx="309563" cy="1938337"/>
            <a:chOff x="4150" y="1005"/>
            <a:chExt cx="195" cy="1221"/>
          </a:xfrm>
        </p:grpSpPr>
        <p:sp>
          <p:nvSpPr>
            <p:cNvPr id="8234" name="Line 13"/>
            <p:cNvSpPr>
              <a:spLocks noChangeShapeType="1"/>
            </p:cNvSpPr>
            <p:nvPr/>
          </p:nvSpPr>
          <p:spPr bwMode="auto">
            <a:xfrm flipH="1" flipV="1">
              <a:off x="4331" y="1094"/>
              <a:ext cx="14" cy="1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8235" name="Object 14"/>
            <p:cNvGraphicFramePr>
              <a:graphicFrameLocks noChangeAspect="1"/>
            </p:cNvGraphicFramePr>
            <p:nvPr/>
          </p:nvGraphicFramePr>
          <p:xfrm>
            <a:off x="4150" y="1005"/>
            <a:ext cx="19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2" name="Equation" r:id="rId7" imgW="66675" imgH="86360" progId="Equation.3">
                    <p:embed/>
                  </p:oleObj>
                </mc:Choice>
                <mc:Fallback>
                  <p:oleObj name="Equation" r:id="rId7" imgW="66675" imgH="863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005"/>
                          <a:ext cx="19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5"/>
          <p:cNvGrpSpPr/>
          <p:nvPr/>
        </p:nvGrpSpPr>
        <p:grpSpPr bwMode="auto">
          <a:xfrm>
            <a:off x="6516688" y="2149475"/>
            <a:ext cx="1676400" cy="1676400"/>
            <a:chOff x="4105" y="1354"/>
            <a:chExt cx="1056" cy="1056"/>
          </a:xfrm>
        </p:grpSpPr>
        <p:sp>
          <p:nvSpPr>
            <p:cNvPr id="8232" name="Line 16"/>
            <p:cNvSpPr>
              <a:spLocks noChangeShapeType="1"/>
            </p:cNvSpPr>
            <p:nvPr/>
          </p:nvSpPr>
          <p:spPr bwMode="auto">
            <a:xfrm flipH="1">
              <a:off x="4105" y="1354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8233" name="Line 17"/>
            <p:cNvSpPr>
              <a:spLocks noChangeShapeType="1"/>
            </p:cNvSpPr>
            <p:nvPr/>
          </p:nvSpPr>
          <p:spPr bwMode="auto">
            <a:xfrm>
              <a:off x="5161" y="1354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65938" name="Object 18"/>
          <p:cNvGraphicFramePr>
            <a:graphicFrameLocks noChangeAspect="1"/>
          </p:cNvGraphicFramePr>
          <p:nvPr/>
        </p:nvGraphicFramePr>
        <p:xfrm>
          <a:off x="838200" y="2438400"/>
          <a:ext cx="10683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3" name="公式" r:id="rId9" imgW="371475" imgH="125095" progId="Equation.3">
                  <p:embed/>
                </p:oleObj>
              </mc:Choice>
              <mc:Fallback>
                <p:oleObj name="公式" r:id="rId9" imgW="371475" imgH="12509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38400"/>
                        <a:ext cx="10683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39" name="Object 19"/>
          <p:cNvGraphicFramePr>
            <a:graphicFrameLocks noChangeAspect="1"/>
          </p:cNvGraphicFramePr>
          <p:nvPr/>
        </p:nvGraphicFramePr>
        <p:xfrm>
          <a:off x="1295400" y="2970213"/>
          <a:ext cx="39306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4" name="公式" r:id="rId11" imgW="1562100" imgH="144145" progId="Equation.3">
                  <p:embed/>
                </p:oleObj>
              </mc:Choice>
              <mc:Fallback>
                <p:oleObj name="公式" r:id="rId11" imgW="1562100" imgH="14414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970213"/>
                        <a:ext cx="39306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5940" name="Text Box 20"/>
          <p:cNvSpPr txBox="1">
            <a:spLocks noChangeArrowheads="1"/>
          </p:cNvSpPr>
          <p:nvPr/>
        </p:nvSpPr>
        <p:spPr bwMode="auto">
          <a:xfrm>
            <a:off x="1981200" y="2362200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落在矩形区域</a:t>
            </a:r>
            <a:endParaRPr lang="zh-CN" altLang="en-US" sz="2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sp>
        <p:nvSpPr>
          <p:cNvPr id="465941" name="Text Box 21"/>
          <p:cNvSpPr txBox="1">
            <a:spLocks noChangeArrowheads="1"/>
          </p:cNvSpPr>
          <p:nvPr/>
        </p:nvSpPr>
        <p:spPr bwMode="auto">
          <a:xfrm>
            <a:off x="703263" y="3486150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rgbClr val="0000FF"/>
                </a:solidFill>
                <a:latin typeface="宋体" panose="02010600030101010101" pitchFamily="2" charset="-122"/>
              </a:rPr>
              <a:t>中的概率为</a:t>
            </a:r>
            <a:endParaRPr lang="zh-CN" altLang="en-US" sz="2800" b="1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  <p:grpSp>
        <p:nvGrpSpPr>
          <p:cNvPr id="6" name="Group 22"/>
          <p:cNvGrpSpPr/>
          <p:nvPr/>
        </p:nvGrpSpPr>
        <p:grpSpPr bwMode="auto">
          <a:xfrm>
            <a:off x="6024563" y="5805488"/>
            <a:ext cx="2868612" cy="358775"/>
            <a:chOff x="3795" y="3657"/>
            <a:chExt cx="1807" cy="226"/>
          </a:xfrm>
        </p:grpSpPr>
        <p:sp>
          <p:nvSpPr>
            <p:cNvPr id="8230" name="Line 23"/>
            <p:cNvSpPr>
              <a:spLocks noChangeShapeType="1"/>
            </p:cNvSpPr>
            <p:nvPr/>
          </p:nvSpPr>
          <p:spPr bwMode="auto">
            <a:xfrm>
              <a:off x="3795" y="373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8231" name="Object 24"/>
            <p:cNvGraphicFramePr>
              <a:graphicFrameLocks noChangeAspect="1"/>
            </p:cNvGraphicFramePr>
            <p:nvPr/>
          </p:nvGraphicFramePr>
          <p:xfrm>
            <a:off x="5359" y="3657"/>
            <a:ext cx="243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5" name="Equation" r:id="rId13" imgW="104775" imgH="86360" progId="Equation.3">
                    <p:embed/>
                  </p:oleObj>
                </mc:Choice>
                <mc:Fallback>
                  <p:oleObj name="Equation" r:id="rId13" imgW="104775" imgH="8636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9" y="3657"/>
                          <a:ext cx="243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25"/>
          <p:cNvGrpSpPr/>
          <p:nvPr/>
        </p:nvGrpSpPr>
        <p:grpSpPr bwMode="auto">
          <a:xfrm>
            <a:off x="6446838" y="3714750"/>
            <a:ext cx="303212" cy="2451100"/>
            <a:chOff x="4061" y="2340"/>
            <a:chExt cx="191" cy="1544"/>
          </a:xfrm>
        </p:grpSpPr>
        <p:sp>
          <p:nvSpPr>
            <p:cNvPr id="8228" name="Line 26"/>
            <p:cNvSpPr>
              <a:spLocks noChangeShapeType="1"/>
            </p:cNvSpPr>
            <p:nvPr/>
          </p:nvSpPr>
          <p:spPr bwMode="auto">
            <a:xfrm flipH="1" flipV="1">
              <a:off x="4227" y="2580"/>
              <a:ext cx="14" cy="1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8229" name="Object 27"/>
            <p:cNvGraphicFramePr>
              <a:graphicFrameLocks noChangeAspect="1"/>
            </p:cNvGraphicFramePr>
            <p:nvPr/>
          </p:nvGraphicFramePr>
          <p:xfrm>
            <a:off x="4061" y="2340"/>
            <a:ext cx="191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6" name="Equation" r:id="rId15" imgW="66675" imgH="86360" progId="Equation.3">
                    <p:embed/>
                  </p:oleObj>
                </mc:Choice>
                <mc:Fallback>
                  <p:oleObj name="Equation" r:id="rId15" imgW="66675" imgH="8636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2340"/>
                          <a:ext cx="191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8"/>
          <p:cNvGrpSpPr/>
          <p:nvPr/>
        </p:nvGrpSpPr>
        <p:grpSpPr bwMode="auto">
          <a:xfrm>
            <a:off x="7978775" y="3943350"/>
            <a:ext cx="1130300" cy="584200"/>
            <a:chOff x="1423" y="2592"/>
            <a:chExt cx="712" cy="368"/>
          </a:xfrm>
        </p:grpSpPr>
        <p:sp>
          <p:nvSpPr>
            <p:cNvPr id="8226" name="Oval 29"/>
            <p:cNvSpPr>
              <a:spLocks noChangeArrowheads="1"/>
            </p:cNvSpPr>
            <p:nvPr/>
          </p:nvSpPr>
          <p:spPr bwMode="auto">
            <a:xfrm>
              <a:off x="1608" y="2912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  <p:graphicFrame>
          <p:nvGraphicFramePr>
            <p:cNvPr id="8227" name="Object 30"/>
            <p:cNvGraphicFramePr>
              <a:graphicFrameLocks noChangeAspect="1"/>
            </p:cNvGraphicFramePr>
            <p:nvPr/>
          </p:nvGraphicFramePr>
          <p:xfrm>
            <a:off x="1423" y="2592"/>
            <a:ext cx="712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7" name="公式" r:id="rId17" imgW="447675" imgH="144145" progId="Equation.3">
                    <p:embed/>
                  </p:oleObj>
                </mc:Choice>
                <mc:Fallback>
                  <p:oleObj name="公式" r:id="rId17" imgW="447675" imgH="14414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3" y="2592"/>
                          <a:ext cx="712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31"/>
          <p:cNvGrpSpPr/>
          <p:nvPr/>
        </p:nvGrpSpPr>
        <p:grpSpPr bwMode="auto">
          <a:xfrm>
            <a:off x="6483350" y="5121275"/>
            <a:ext cx="839788" cy="361950"/>
            <a:chOff x="111" y="3364"/>
            <a:chExt cx="825" cy="295"/>
          </a:xfrm>
        </p:grpSpPr>
        <p:graphicFrame>
          <p:nvGraphicFramePr>
            <p:cNvPr id="8224" name="Object 32"/>
            <p:cNvGraphicFramePr>
              <a:graphicFrameLocks noChangeAspect="1"/>
            </p:cNvGraphicFramePr>
            <p:nvPr/>
          </p:nvGraphicFramePr>
          <p:xfrm>
            <a:off x="111" y="3364"/>
            <a:ext cx="676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8" name="公式" r:id="rId19" imgW="419100" imgH="144145" progId="Equation.3">
                    <p:embed/>
                  </p:oleObj>
                </mc:Choice>
                <mc:Fallback>
                  <p:oleObj name="公式" r:id="rId19" imgW="419100" imgH="14414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" y="3364"/>
                          <a:ext cx="676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5" name="Oval 33"/>
            <p:cNvSpPr>
              <a:spLocks noChangeArrowheads="1"/>
            </p:cNvSpPr>
            <p:nvPr/>
          </p:nvSpPr>
          <p:spPr bwMode="auto">
            <a:xfrm>
              <a:off x="888" y="3440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34"/>
          <p:cNvGrpSpPr/>
          <p:nvPr/>
        </p:nvGrpSpPr>
        <p:grpSpPr bwMode="auto">
          <a:xfrm>
            <a:off x="8054975" y="1628775"/>
            <a:ext cx="850900" cy="571500"/>
            <a:chOff x="4953" y="1344"/>
            <a:chExt cx="536" cy="360"/>
          </a:xfrm>
        </p:grpSpPr>
        <p:graphicFrame>
          <p:nvGraphicFramePr>
            <p:cNvPr id="8222" name="Object 35"/>
            <p:cNvGraphicFramePr>
              <a:graphicFrameLocks noChangeAspect="1"/>
            </p:cNvGraphicFramePr>
            <p:nvPr/>
          </p:nvGraphicFramePr>
          <p:xfrm>
            <a:off x="4953" y="1344"/>
            <a:ext cx="53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619" name="公式" r:id="rId21" imgW="314325" imgH="125095" progId="Equation.3">
                    <p:embed/>
                  </p:oleObj>
                </mc:Choice>
                <mc:Fallback>
                  <p:oleObj name="公式" r:id="rId21" imgW="314325" imgH="125095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3" y="1344"/>
                          <a:ext cx="53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3" name="Oval 36"/>
            <p:cNvSpPr>
              <a:spLocks noChangeArrowheads="1"/>
            </p:cNvSpPr>
            <p:nvPr/>
          </p:nvSpPr>
          <p:spPr bwMode="auto">
            <a:xfrm>
              <a:off x="5004" y="1656"/>
              <a:ext cx="48" cy="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37"/>
          <p:cNvGrpSpPr/>
          <p:nvPr/>
        </p:nvGrpSpPr>
        <p:grpSpPr bwMode="auto">
          <a:xfrm>
            <a:off x="6710363" y="4476750"/>
            <a:ext cx="1828800" cy="1447800"/>
            <a:chOff x="4171" y="3072"/>
            <a:chExt cx="1152" cy="912"/>
          </a:xfrm>
        </p:grpSpPr>
        <p:sp>
          <p:nvSpPr>
            <p:cNvPr id="8216" name="Rectangle 38" descr="宽上对角线"/>
            <p:cNvSpPr>
              <a:spLocks noChangeArrowheads="1"/>
            </p:cNvSpPr>
            <p:nvPr/>
          </p:nvSpPr>
          <p:spPr bwMode="auto">
            <a:xfrm>
              <a:off x="4451" y="3088"/>
              <a:ext cx="728" cy="512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  <p:grpSp>
          <p:nvGrpSpPr>
            <p:cNvPr id="8217" name="Group 39"/>
            <p:cNvGrpSpPr/>
            <p:nvPr/>
          </p:nvGrpSpPr>
          <p:grpSpPr bwMode="auto">
            <a:xfrm>
              <a:off x="4171" y="3072"/>
              <a:ext cx="1008" cy="912"/>
              <a:chOff x="4171" y="3072"/>
              <a:chExt cx="1008" cy="912"/>
            </a:xfrm>
          </p:grpSpPr>
          <p:sp>
            <p:nvSpPr>
              <p:cNvPr id="8220" name="Line 40"/>
              <p:cNvSpPr>
                <a:spLocks noChangeShapeType="1"/>
              </p:cNvSpPr>
              <p:nvPr/>
            </p:nvSpPr>
            <p:spPr bwMode="auto">
              <a:xfrm>
                <a:off x="4171" y="308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221" name="Line 41"/>
              <p:cNvSpPr>
                <a:spLocks noChangeShapeType="1"/>
              </p:cNvSpPr>
              <p:nvPr/>
            </p:nvSpPr>
            <p:spPr bwMode="auto">
              <a:xfrm>
                <a:off x="5179" y="307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218" name="Line 42"/>
            <p:cNvSpPr>
              <a:spLocks noChangeShapeType="1"/>
            </p:cNvSpPr>
            <p:nvPr/>
          </p:nvSpPr>
          <p:spPr bwMode="auto">
            <a:xfrm>
              <a:off x="4315" y="3592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8219" name="Line 43"/>
            <p:cNvSpPr>
              <a:spLocks noChangeShapeType="1"/>
            </p:cNvSpPr>
            <p:nvPr/>
          </p:nvSpPr>
          <p:spPr bwMode="auto">
            <a:xfrm>
              <a:off x="4451" y="307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465964" name="Object 44"/>
          <p:cNvGraphicFramePr>
            <a:graphicFrameLocks noChangeAspect="1"/>
          </p:cNvGraphicFramePr>
          <p:nvPr/>
        </p:nvGraphicFramePr>
        <p:xfrm>
          <a:off x="884238" y="4062413"/>
          <a:ext cx="429101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" name="Equation" r:id="rId23" imgW="1647825" imgH="192405" progId="Equation.DSMT4">
                  <p:embed/>
                </p:oleObj>
              </mc:Choice>
              <mc:Fallback>
                <p:oleObj name="Equation" r:id="rId23" imgW="1647825" imgH="19240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4062413"/>
                        <a:ext cx="4291012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5" name="Object 45"/>
          <p:cNvGraphicFramePr>
            <a:graphicFrameLocks noChangeAspect="1"/>
          </p:cNvGraphicFramePr>
          <p:nvPr/>
        </p:nvGraphicFramePr>
        <p:xfrm>
          <a:off x="1084263" y="4764088"/>
          <a:ext cx="19669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1" name="公式" r:id="rId25" imgW="714375" imgH="144145" progId="Equation.3">
                  <p:embed/>
                </p:oleObj>
              </mc:Choice>
              <mc:Fallback>
                <p:oleObj name="公式" r:id="rId25" imgW="714375" imgH="144145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263" y="4764088"/>
                        <a:ext cx="19669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6" name="Object 46"/>
          <p:cNvGraphicFramePr>
            <a:graphicFrameLocks noChangeAspect="1"/>
          </p:cNvGraphicFramePr>
          <p:nvPr/>
        </p:nvGraphicFramePr>
        <p:xfrm>
          <a:off x="2973388" y="4776788"/>
          <a:ext cx="19034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2" name="公式" r:id="rId27" imgW="685800" imgH="144145" progId="Equation.3">
                  <p:embed/>
                </p:oleObj>
              </mc:Choice>
              <mc:Fallback>
                <p:oleObj name="公式" r:id="rId27" imgW="685800" imgH="144145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4776788"/>
                        <a:ext cx="19034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7" name="Object 47"/>
          <p:cNvGraphicFramePr>
            <a:graphicFrameLocks noChangeAspect="1"/>
          </p:cNvGraphicFramePr>
          <p:nvPr/>
        </p:nvGraphicFramePr>
        <p:xfrm>
          <a:off x="1438275" y="5411788"/>
          <a:ext cx="1903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3" name="公式" r:id="rId29" imgW="685800" imgH="144145" progId="Equation.3">
                  <p:embed/>
                </p:oleObj>
              </mc:Choice>
              <mc:Fallback>
                <p:oleObj name="公式" r:id="rId29" imgW="685800" imgH="144145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5411788"/>
                        <a:ext cx="19034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8" name="Object 48"/>
          <p:cNvGraphicFramePr>
            <a:graphicFrameLocks noChangeAspect="1"/>
          </p:cNvGraphicFramePr>
          <p:nvPr/>
        </p:nvGraphicFramePr>
        <p:xfrm>
          <a:off x="3389313" y="5424488"/>
          <a:ext cx="190341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4" name="公式" r:id="rId31" imgW="685800" imgH="144145" progId="Equation.3">
                  <p:embed/>
                </p:oleObj>
              </mc:Choice>
              <mc:Fallback>
                <p:oleObj name="公式" r:id="rId31" imgW="685800" imgH="144145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5424488"/>
                        <a:ext cx="1903412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65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5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5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6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6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6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5922" grpId="0" bldLvl="0" animBg="1"/>
      <p:bldP spid="465940" grpId="0" autoUpdateAnimBg="0" build="p"/>
      <p:bldP spid="465941" grpId="0" autoUpdateAnimBg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152400"/>
            <a:ext cx="3711575" cy="609600"/>
          </a:xfrm>
        </p:spPr>
        <p:txBody>
          <a:bodyPr/>
          <a:lstStyle/>
          <a:p>
            <a:pPr eaLnBrk="1" hangingPunct="1"/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分布函数的性质</a:t>
            </a: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6011863" y="3429000"/>
            <a:ext cx="2824162" cy="2667000"/>
            <a:chOff x="3792" y="856"/>
            <a:chExt cx="1779" cy="1680"/>
          </a:xfrm>
        </p:grpSpPr>
        <p:sp>
          <p:nvSpPr>
            <p:cNvPr id="9239" name="Rectangle 4" descr="宽上对角线"/>
            <p:cNvSpPr>
              <a:spLocks noChangeArrowheads="1"/>
            </p:cNvSpPr>
            <p:nvPr/>
          </p:nvSpPr>
          <p:spPr bwMode="auto">
            <a:xfrm>
              <a:off x="4032" y="1440"/>
              <a:ext cx="1008" cy="1000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  <p:grpSp>
          <p:nvGrpSpPr>
            <p:cNvPr id="9240" name="Group 5"/>
            <p:cNvGrpSpPr/>
            <p:nvPr/>
          </p:nvGrpSpPr>
          <p:grpSpPr bwMode="auto">
            <a:xfrm>
              <a:off x="3792" y="856"/>
              <a:ext cx="1779" cy="1680"/>
              <a:chOff x="3792" y="1104"/>
              <a:chExt cx="1779" cy="1680"/>
            </a:xfrm>
          </p:grpSpPr>
          <p:sp>
            <p:nvSpPr>
              <p:cNvPr id="9247" name="Line 6"/>
              <p:cNvSpPr>
                <a:spLocks noChangeShapeType="1"/>
              </p:cNvSpPr>
              <p:nvPr/>
            </p:nvSpPr>
            <p:spPr bwMode="auto">
              <a:xfrm>
                <a:off x="3792" y="2496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48" name="Line 7"/>
              <p:cNvSpPr>
                <a:spLocks noChangeShapeType="1"/>
              </p:cNvSpPr>
              <p:nvPr/>
            </p:nvSpPr>
            <p:spPr bwMode="auto">
              <a:xfrm flipV="1">
                <a:off x="4224" y="1344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9249" name="Object 8"/>
              <p:cNvGraphicFramePr>
                <a:graphicFrameLocks noChangeAspect="1"/>
              </p:cNvGraphicFramePr>
              <p:nvPr/>
            </p:nvGraphicFramePr>
            <p:xfrm>
              <a:off x="5328" y="2558"/>
              <a:ext cx="243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04" name="公式" r:id="rId1" imgW="104775" imgH="86360" progId="Equation.3">
                      <p:embed/>
                    </p:oleObj>
                  </mc:Choice>
                  <mc:Fallback>
                    <p:oleObj name="公式" r:id="rId1" imgW="104775" imgH="8636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2558"/>
                            <a:ext cx="243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0" name="Object 9"/>
              <p:cNvGraphicFramePr>
                <a:graphicFrameLocks noChangeAspect="1"/>
              </p:cNvGraphicFramePr>
              <p:nvPr/>
            </p:nvGraphicFramePr>
            <p:xfrm>
              <a:off x="4058" y="1104"/>
              <a:ext cx="191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05" name="Equation" r:id="rId3" imgW="66675" imgH="86360" progId="Equation.3">
                      <p:embed/>
                    </p:oleObj>
                  </mc:Choice>
                  <mc:Fallback>
                    <p:oleObj name="Equation" r:id="rId3" imgW="66675" imgH="8636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8" y="1104"/>
                            <a:ext cx="191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41" name="Group 10"/>
            <p:cNvGrpSpPr/>
            <p:nvPr/>
          </p:nvGrpSpPr>
          <p:grpSpPr bwMode="auto">
            <a:xfrm>
              <a:off x="3984" y="1432"/>
              <a:ext cx="1056" cy="1056"/>
              <a:chOff x="3888" y="1680"/>
              <a:chExt cx="1056" cy="1056"/>
            </a:xfrm>
          </p:grpSpPr>
          <p:sp>
            <p:nvSpPr>
              <p:cNvPr id="9245" name="Line 11"/>
              <p:cNvSpPr>
                <a:spLocks noChangeShapeType="1"/>
              </p:cNvSpPr>
              <p:nvPr/>
            </p:nvSpPr>
            <p:spPr bwMode="auto">
              <a:xfrm flipH="1">
                <a:off x="3888" y="168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46" name="Line 12"/>
              <p:cNvSpPr>
                <a:spLocks noChangeShapeType="1"/>
              </p:cNvSpPr>
              <p:nvPr/>
            </p:nvSpPr>
            <p:spPr bwMode="auto">
              <a:xfrm>
                <a:off x="4944" y="168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9242" name="Group 13"/>
            <p:cNvGrpSpPr/>
            <p:nvPr/>
          </p:nvGrpSpPr>
          <p:grpSpPr bwMode="auto">
            <a:xfrm>
              <a:off x="4953" y="1096"/>
              <a:ext cx="537" cy="360"/>
              <a:chOff x="4953" y="1344"/>
              <a:chExt cx="537" cy="360"/>
            </a:xfrm>
          </p:grpSpPr>
          <p:graphicFrame>
            <p:nvGraphicFramePr>
              <p:cNvPr id="9243" name="Object 14"/>
              <p:cNvGraphicFramePr>
                <a:graphicFrameLocks noChangeAspect="1"/>
              </p:cNvGraphicFramePr>
              <p:nvPr/>
            </p:nvGraphicFramePr>
            <p:xfrm>
              <a:off x="4953" y="1344"/>
              <a:ext cx="537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506" name="公式" r:id="rId5" imgW="314325" imgH="125095" progId="Equation.3">
                      <p:embed/>
                    </p:oleObj>
                  </mc:Choice>
                  <mc:Fallback>
                    <p:oleObj name="公式" r:id="rId5" imgW="314325" imgH="125095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3" y="1344"/>
                            <a:ext cx="537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244" name="Oval 15"/>
              <p:cNvSpPr>
                <a:spLocks noChangeArrowheads="1"/>
              </p:cNvSpPr>
              <p:nvPr/>
            </p:nvSpPr>
            <p:spPr bwMode="auto">
              <a:xfrm>
                <a:off x="5004" y="1656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zh-CN" sz="1800" u="sng">
                  <a:latin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9220" name="Object 16"/>
          <p:cNvGraphicFramePr>
            <a:graphicFrameLocks noChangeAspect="1"/>
          </p:cNvGraphicFramePr>
          <p:nvPr/>
        </p:nvGraphicFramePr>
        <p:xfrm>
          <a:off x="2514600" y="884238"/>
          <a:ext cx="41433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7" name="公式" r:id="rId7" imgW="1647825" imgH="125095" progId="Equation.3">
                  <p:embed/>
                </p:oleObj>
              </mc:Choice>
              <mc:Fallback>
                <p:oleObj name="公式" r:id="rId7" imgW="1647825" imgH="1250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884238"/>
                        <a:ext cx="41433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7"/>
          <p:cNvGrpSpPr/>
          <p:nvPr/>
        </p:nvGrpSpPr>
        <p:grpSpPr bwMode="auto">
          <a:xfrm>
            <a:off x="3875088" y="2287588"/>
            <a:ext cx="2317750" cy="531812"/>
            <a:chOff x="2441" y="1336"/>
            <a:chExt cx="1460" cy="335"/>
          </a:xfrm>
        </p:grpSpPr>
        <p:sp>
          <p:nvSpPr>
            <p:cNvPr id="9237" name="Text Box 18"/>
            <p:cNvSpPr txBox="1">
              <a:spLocks noChangeArrowheads="1"/>
            </p:cNvSpPr>
            <p:nvPr/>
          </p:nvSpPr>
          <p:spPr bwMode="auto">
            <a:xfrm>
              <a:off x="2441" y="1344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当            时</a:t>
              </a:r>
              <a:r>
                <a:rPr lang="zh-CN" altLang="en-US" sz="2800"/>
                <a:t>，</a:t>
              </a:r>
              <a:endParaRPr lang="zh-CN" altLang="en-US" sz="2800"/>
            </a:p>
          </p:txBody>
        </p:sp>
        <p:graphicFrame>
          <p:nvGraphicFramePr>
            <p:cNvPr id="9238" name="Object 19"/>
            <p:cNvGraphicFramePr>
              <a:graphicFrameLocks noChangeAspect="1"/>
            </p:cNvGraphicFramePr>
            <p:nvPr/>
          </p:nvGraphicFramePr>
          <p:xfrm>
            <a:off x="2699" y="1336"/>
            <a:ext cx="80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08" name="公式" r:id="rId9" imgW="457200" imgH="144145" progId="Equation.3">
                    <p:embed/>
                  </p:oleObj>
                </mc:Choice>
                <mc:Fallback>
                  <p:oleObj name="公式" r:id="rId9" imgW="457200" imgH="14414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1336"/>
                          <a:ext cx="80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6964" name="Object 20"/>
          <p:cNvGraphicFramePr>
            <a:graphicFrameLocks noChangeAspect="1"/>
          </p:cNvGraphicFramePr>
          <p:nvPr/>
        </p:nvGraphicFramePr>
        <p:xfrm>
          <a:off x="2209800" y="3140075"/>
          <a:ext cx="307816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09" name="公式" r:id="rId11" imgW="1209675" imgH="144145" progId="Equation.3">
                  <p:embed/>
                </p:oleObj>
              </mc:Choice>
              <mc:Fallback>
                <p:oleObj name="公式" r:id="rId11" imgW="1209675" imgH="14414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140075"/>
                        <a:ext cx="307816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6965" name="Object 21"/>
          <p:cNvGraphicFramePr>
            <a:graphicFrameLocks noChangeAspect="1"/>
          </p:cNvGraphicFramePr>
          <p:nvPr/>
        </p:nvGraphicFramePr>
        <p:xfrm>
          <a:off x="2286000" y="4740275"/>
          <a:ext cx="31083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0" name="公式" r:id="rId13" imgW="1219200" imgH="144145" progId="Equation.3">
                  <p:embed/>
                </p:oleObj>
              </mc:Choice>
              <mc:Fallback>
                <p:oleObj name="公式" r:id="rId13" imgW="1219200" imgH="14414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740275"/>
                        <a:ext cx="31083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2"/>
          <p:cNvGrpSpPr/>
          <p:nvPr/>
        </p:nvGrpSpPr>
        <p:grpSpPr bwMode="auto">
          <a:xfrm>
            <a:off x="795338" y="2287588"/>
            <a:ext cx="3397250" cy="522287"/>
            <a:chOff x="2265" y="1642"/>
            <a:chExt cx="2140" cy="329"/>
          </a:xfrm>
        </p:grpSpPr>
        <p:sp>
          <p:nvSpPr>
            <p:cNvPr id="9235" name="Text Box 23"/>
            <p:cNvSpPr txBox="1">
              <a:spLocks noChangeArrowheads="1"/>
            </p:cNvSpPr>
            <p:nvPr/>
          </p:nvSpPr>
          <p:spPr bwMode="auto">
            <a:xfrm>
              <a:off x="2265" y="1642"/>
              <a:ext cx="21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对于任意固定的    ，</a:t>
              </a:r>
              <a:endParaRPr lang="zh-CN" altLang="en-US" sz="2800" b="1"/>
            </a:p>
          </p:txBody>
        </p:sp>
        <p:graphicFrame>
          <p:nvGraphicFramePr>
            <p:cNvPr id="9236" name="Object 24"/>
            <p:cNvGraphicFramePr>
              <a:graphicFrameLocks noChangeAspect="1"/>
            </p:cNvGraphicFramePr>
            <p:nvPr/>
          </p:nvGraphicFramePr>
          <p:xfrm>
            <a:off x="3923" y="1722"/>
            <a:ext cx="21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1" name="公式" r:id="rId15" imgW="66675" imgH="86360" progId="Equation.3">
                    <p:embed/>
                  </p:oleObj>
                </mc:Choice>
                <mc:Fallback>
                  <p:oleObj name="公式" r:id="rId15" imgW="66675" imgH="8636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722"/>
                          <a:ext cx="21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25"/>
          <p:cNvGrpSpPr/>
          <p:nvPr/>
        </p:nvGrpSpPr>
        <p:grpSpPr bwMode="auto">
          <a:xfrm>
            <a:off x="795338" y="3962400"/>
            <a:ext cx="3397250" cy="519113"/>
            <a:chOff x="2265" y="1642"/>
            <a:chExt cx="2140" cy="327"/>
          </a:xfrm>
        </p:grpSpPr>
        <p:sp>
          <p:nvSpPr>
            <p:cNvPr id="9233" name="Text Box 26"/>
            <p:cNvSpPr txBox="1">
              <a:spLocks noChangeArrowheads="1"/>
            </p:cNvSpPr>
            <p:nvPr/>
          </p:nvSpPr>
          <p:spPr bwMode="auto">
            <a:xfrm>
              <a:off x="2265" y="1642"/>
              <a:ext cx="21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对于任意固定的    ，</a:t>
              </a:r>
              <a:endParaRPr lang="zh-CN" altLang="en-US" sz="2800" b="1"/>
            </a:p>
          </p:txBody>
        </p:sp>
        <p:graphicFrame>
          <p:nvGraphicFramePr>
            <p:cNvPr id="9234" name="Object 27"/>
            <p:cNvGraphicFramePr>
              <a:graphicFrameLocks noChangeAspect="1"/>
            </p:cNvGraphicFramePr>
            <p:nvPr/>
          </p:nvGraphicFramePr>
          <p:xfrm>
            <a:off x="3923" y="1741"/>
            <a:ext cx="211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2" name="公式" r:id="rId17" imgW="66675" imgH="67310" progId="Equation.3">
                    <p:embed/>
                  </p:oleObj>
                </mc:Choice>
                <mc:Fallback>
                  <p:oleObj name="公式" r:id="rId17" imgW="66675" imgH="6731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741"/>
                          <a:ext cx="211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28"/>
          <p:cNvGrpSpPr/>
          <p:nvPr/>
        </p:nvGrpSpPr>
        <p:grpSpPr bwMode="auto">
          <a:xfrm>
            <a:off x="793750" y="1498600"/>
            <a:ext cx="5080000" cy="549275"/>
            <a:chOff x="500" y="944"/>
            <a:chExt cx="3200" cy="346"/>
          </a:xfrm>
        </p:grpSpPr>
        <p:sp>
          <p:nvSpPr>
            <p:cNvPr id="9230" name="Text Box 29"/>
            <p:cNvSpPr txBox="1">
              <a:spLocks noChangeArrowheads="1"/>
            </p:cNvSpPr>
            <p:nvPr/>
          </p:nvSpPr>
          <p:spPr bwMode="auto">
            <a:xfrm>
              <a:off x="500" y="944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0000FF"/>
                  </a:solidFill>
                  <a:latin typeface="宋体" panose="02010600030101010101" pitchFamily="2" charset="-122"/>
                </a:rPr>
                <a:t>1.</a:t>
              </a:r>
              <a:endParaRPr lang="en-US" altLang="zh-CN" sz="28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9231" name="Object 30"/>
            <p:cNvGraphicFramePr>
              <a:graphicFrameLocks noChangeAspect="1"/>
            </p:cNvGraphicFramePr>
            <p:nvPr/>
          </p:nvGraphicFramePr>
          <p:xfrm>
            <a:off x="896" y="983"/>
            <a:ext cx="825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3" name="公式" r:id="rId19" imgW="466725" imgH="125095" progId="Equation.3">
                    <p:embed/>
                  </p:oleObj>
                </mc:Choice>
                <mc:Fallback>
                  <p:oleObj name="公式" r:id="rId19" imgW="466725" imgH="12509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6" y="983"/>
                          <a:ext cx="825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2" name="Text Box 31"/>
            <p:cNvSpPr txBox="1">
              <a:spLocks noChangeArrowheads="1"/>
            </p:cNvSpPr>
            <p:nvPr/>
          </p:nvSpPr>
          <p:spPr bwMode="auto">
            <a:xfrm>
              <a:off x="1686" y="956"/>
              <a:ext cx="20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关于</a:t>
              </a:r>
              <a:r>
                <a:rPr lang="en-US" altLang="zh-CN" sz="2800" b="1" i="1"/>
                <a:t>x 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 </a:t>
              </a:r>
              <a:r>
                <a:rPr lang="zh-CN" altLang="en-US" sz="2800" b="1">
                  <a:solidFill>
                    <a:srgbClr val="0000FF"/>
                  </a:solidFill>
                </a:rPr>
                <a:t>单调</a:t>
              </a:r>
              <a:r>
                <a:rPr lang="zh-CN" altLang="en-US" sz="2800" b="1">
                  <a:solidFill>
                    <a:srgbClr val="0000FF"/>
                  </a:solidFill>
                  <a:ea typeface="黑体" panose="02010609060101010101" pitchFamily="49" charset="-122"/>
                </a:rPr>
                <a:t>不减</a:t>
              </a:r>
              <a:endParaRPr lang="zh-CN" altLang="en-US" sz="2800" b="1">
                <a:solidFill>
                  <a:srgbClr val="0000FF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32"/>
          <p:cNvGrpSpPr/>
          <p:nvPr/>
        </p:nvGrpSpPr>
        <p:grpSpPr bwMode="auto">
          <a:xfrm>
            <a:off x="3890963" y="3962400"/>
            <a:ext cx="2317750" cy="530225"/>
            <a:chOff x="3969" y="1445"/>
            <a:chExt cx="1460" cy="334"/>
          </a:xfrm>
        </p:grpSpPr>
        <p:graphicFrame>
          <p:nvGraphicFramePr>
            <p:cNvPr id="9228" name="Object 33"/>
            <p:cNvGraphicFramePr>
              <a:graphicFrameLocks noChangeAspect="1"/>
            </p:cNvGraphicFramePr>
            <p:nvPr/>
          </p:nvGraphicFramePr>
          <p:xfrm>
            <a:off x="4230" y="1445"/>
            <a:ext cx="72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14" name="公式" r:id="rId21" imgW="409575" imgH="144145" progId="Equation.3">
                    <p:embed/>
                  </p:oleObj>
                </mc:Choice>
                <mc:Fallback>
                  <p:oleObj name="公式" r:id="rId21" imgW="409575" imgH="14414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0" y="1445"/>
                          <a:ext cx="72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9" name="Text Box 34"/>
            <p:cNvSpPr txBox="1">
              <a:spLocks noChangeArrowheads="1"/>
            </p:cNvSpPr>
            <p:nvPr/>
          </p:nvSpPr>
          <p:spPr bwMode="auto">
            <a:xfrm>
              <a:off x="3969" y="1452"/>
              <a:ext cx="14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当            时</a:t>
              </a:r>
              <a:r>
                <a:rPr lang="zh-CN" altLang="en-US" sz="2800"/>
                <a:t>，</a:t>
              </a:r>
              <a:endParaRPr lang="zh-CN" altLang="en-US" sz="2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7970" name="Object 2"/>
          <p:cNvGraphicFramePr>
            <a:graphicFrameLocks noChangeAspect="1"/>
          </p:cNvGraphicFramePr>
          <p:nvPr/>
        </p:nvGraphicFramePr>
        <p:xfrm>
          <a:off x="1458913" y="1001713"/>
          <a:ext cx="2071687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0" name="公式" r:id="rId1" imgW="790575" imgH="125095" progId="Equation.3">
                  <p:embed/>
                </p:oleObj>
              </mc:Choice>
              <mc:Fallback>
                <p:oleObj name="公式" r:id="rId1" imgW="790575" imgH="12509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8913" y="1001713"/>
                        <a:ext cx="2071687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71" name="Object 3"/>
          <p:cNvGraphicFramePr>
            <a:graphicFrameLocks noChangeAspect="1"/>
          </p:cNvGraphicFramePr>
          <p:nvPr/>
        </p:nvGraphicFramePr>
        <p:xfrm>
          <a:off x="1403350" y="2187575"/>
          <a:ext cx="21018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1" name="公式" r:id="rId3" imgW="800100" imgH="144145" progId="Equation.3">
                  <p:embed/>
                </p:oleObj>
              </mc:Choice>
              <mc:Fallback>
                <p:oleObj name="公式" r:id="rId3" imgW="800100" imgH="14414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187575"/>
                        <a:ext cx="21018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4" name="Group 4"/>
          <p:cNvGrpSpPr/>
          <p:nvPr/>
        </p:nvGrpSpPr>
        <p:grpSpPr bwMode="auto">
          <a:xfrm>
            <a:off x="827088" y="381000"/>
            <a:ext cx="3024187" cy="531813"/>
            <a:chOff x="385" y="2175"/>
            <a:chExt cx="1905" cy="335"/>
          </a:xfrm>
        </p:grpSpPr>
        <p:graphicFrame>
          <p:nvGraphicFramePr>
            <p:cNvPr id="10275" name="Object 5"/>
            <p:cNvGraphicFramePr>
              <a:graphicFrameLocks noChangeAspect="1"/>
            </p:cNvGraphicFramePr>
            <p:nvPr/>
          </p:nvGraphicFramePr>
          <p:xfrm>
            <a:off x="793" y="2203"/>
            <a:ext cx="149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2" name="公式" r:id="rId5" imgW="914400" imgH="125095" progId="Equation.3">
                    <p:embed/>
                  </p:oleObj>
                </mc:Choice>
                <mc:Fallback>
                  <p:oleObj name="公式" r:id="rId5" imgW="914400" imgH="12509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203"/>
                          <a:ext cx="149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76" name="Text Box 6"/>
            <p:cNvSpPr txBox="1">
              <a:spLocks noChangeArrowheads="1"/>
            </p:cNvSpPr>
            <p:nvPr/>
          </p:nvSpPr>
          <p:spPr bwMode="auto">
            <a:xfrm>
              <a:off x="385" y="2175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0000FF"/>
                  </a:solidFill>
                  <a:latin typeface="宋体" panose="02010600030101010101" pitchFamily="2" charset="-122"/>
                </a:rPr>
                <a:t>2.</a:t>
              </a:r>
              <a:endParaRPr lang="en-US" altLang="zh-CN" sz="2800" b="1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3427413" y="1001713"/>
            <a:ext cx="1989137" cy="1014412"/>
            <a:chOff x="1839" y="2579"/>
            <a:chExt cx="1253" cy="639"/>
          </a:xfrm>
        </p:grpSpPr>
        <p:graphicFrame>
          <p:nvGraphicFramePr>
            <p:cNvPr id="10272" name="Object 8"/>
            <p:cNvGraphicFramePr>
              <a:graphicFrameLocks noChangeAspect="1"/>
            </p:cNvGraphicFramePr>
            <p:nvPr/>
          </p:nvGraphicFramePr>
          <p:xfrm>
            <a:off x="1847" y="3016"/>
            <a:ext cx="63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3" name="公式" r:id="rId7" imgW="485775" imgH="106045" progId="Equation.3">
                    <p:embed/>
                  </p:oleObj>
                </mc:Choice>
                <mc:Fallback>
                  <p:oleObj name="公式" r:id="rId7" imgW="485775" imgH="10604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7" y="3016"/>
                          <a:ext cx="638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3" name="Object 9"/>
            <p:cNvGraphicFramePr>
              <a:graphicFrameLocks noChangeAspect="1"/>
            </p:cNvGraphicFramePr>
            <p:nvPr/>
          </p:nvGraphicFramePr>
          <p:xfrm>
            <a:off x="1839" y="2856"/>
            <a:ext cx="639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4" name="公式" r:id="rId9" imgW="485775" imgH="76835" progId="Equation.3">
                    <p:embed/>
                  </p:oleObj>
                </mc:Choice>
                <mc:Fallback>
                  <p:oleObj name="公式" r:id="rId9" imgW="485775" imgH="7683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9" y="2856"/>
                          <a:ext cx="639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4" name="Object 10"/>
            <p:cNvGraphicFramePr>
              <a:graphicFrameLocks noChangeAspect="1"/>
            </p:cNvGraphicFramePr>
            <p:nvPr/>
          </p:nvGraphicFramePr>
          <p:xfrm>
            <a:off x="1922" y="2579"/>
            <a:ext cx="117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5" name="公式" r:id="rId11" imgW="695325" imgH="125095" progId="Equation.3">
                    <p:embed/>
                  </p:oleObj>
                </mc:Choice>
                <mc:Fallback>
                  <p:oleObj name="公式" r:id="rId11" imgW="695325" imgH="125095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2" y="2579"/>
                          <a:ext cx="117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7979" name="Object 11"/>
          <p:cNvGraphicFramePr>
            <a:graphicFrameLocks noChangeAspect="1"/>
          </p:cNvGraphicFramePr>
          <p:nvPr/>
        </p:nvGraphicFramePr>
        <p:xfrm>
          <a:off x="5462588" y="976313"/>
          <a:ext cx="547687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6" name="公式" r:id="rId13" imgW="152400" imgH="86360" progId="Equation.3">
                  <p:embed/>
                </p:oleObj>
              </mc:Choice>
              <mc:Fallback>
                <p:oleObj name="公式" r:id="rId13" imgW="152400" imgH="863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588" y="976313"/>
                        <a:ext cx="547687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2"/>
          <p:cNvGrpSpPr/>
          <p:nvPr/>
        </p:nvGrpSpPr>
        <p:grpSpPr bwMode="auto">
          <a:xfrm>
            <a:off x="3552825" y="2214563"/>
            <a:ext cx="1912938" cy="909637"/>
            <a:chOff x="1918" y="3286"/>
            <a:chExt cx="1205" cy="573"/>
          </a:xfrm>
        </p:grpSpPr>
        <p:graphicFrame>
          <p:nvGraphicFramePr>
            <p:cNvPr id="10269" name="Object 13"/>
            <p:cNvGraphicFramePr>
              <a:graphicFrameLocks noChangeAspect="1"/>
            </p:cNvGraphicFramePr>
            <p:nvPr/>
          </p:nvGraphicFramePr>
          <p:xfrm>
            <a:off x="1926" y="3657"/>
            <a:ext cx="638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7" name="公式" r:id="rId15" imgW="485775" imgH="106045" progId="Equation.3">
                    <p:embed/>
                  </p:oleObj>
                </mc:Choice>
                <mc:Fallback>
                  <p:oleObj name="公式" r:id="rId15" imgW="485775" imgH="10604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6" y="3657"/>
                          <a:ext cx="638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0" name="Object 14"/>
            <p:cNvGraphicFramePr>
              <a:graphicFrameLocks noChangeAspect="1"/>
            </p:cNvGraphicFramePr>
            <p:nvPr/>
          </p:nvGraphicFramePr>
          <p:xfrm>
            <a:off x="1918" y="3521"/>
            <a:ext cx="639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8" name="公式" r:id="rId17" imgW="485775" imgH="76835" progId="Equation.3">
                    <p:embed/>
                  </p:oleObj>
                </mc:Choice>
                <mc:Fallback>
                  <p:oleObj name="公式" r:id="rId17" imgW="485775" imgH="76835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8" y="3521"/>
                          <a:ext cx="639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1" name="Object 15"/>
            <p:cNvGraphicFramePr>
              <a:graphicFrameLocks noChangeAspect="1"/>
            </p:cNvGraphicFramePr>
            <p:nvPr/>
          </p:nvGraphicFramePr>
          <p:xfrm>
            <a:off x="1953" y="3286"/>
            <a:ext cx="1170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69" name="公式" r:id="rId19" imgW="695325" imgH="125095" progId="Equation.3">
                    <p:embed/>
                  </p:oleObj>
                </mc:Choice>
                <mc:Fallback>
                  <p:oleObj name="公式" r:id="rId19" imgW="695325" imgH="12509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3286"/>
                          <a:ext cx="1170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67984" name="Object 16"/>
          <p:cNvGraphicFramePr>
            <a:graphicFrameLocks noChangeAspect="1"/>
          </p:cNvGraphicFramePr>
          <p:nvPr/>
        </p:nvGraphicFramePr>
        <p:xfrm>
          <a:off x="5516563" y="2201863"/>
          <a:ext cx="579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0" name="公式" r:id="rId21" imgW="161925" imgH="106045" progId="Equation.3">
                  <p:embed/>
                </p:oleObj>
              </mc:Choice>
              <mc:Fallback>
                <p:oleObj name="公式" r:id="rId21" imgW="161925" imgH="10604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6563" y="2201863"/>
                        <a:ext cx="579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5" name="Object 17"/>
          <p:cNvGraphicFramePr>
            <a:graphicFrameLocks noChangeAspect="1"/>
          </p:cNvGraphicFramePr>
          <p:nvPr/>
        </p:nvGraphicFramePr>
        <p:xfrm>
          <a:off x="1228725" y="4065588"/>
          <a:ext cx="1797050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1" name="公式" r:id="rId23" imgW="676275" imgH="125095" progId="Equation.3">
                  <p:embed/>
                </p:oleObj>
              </mc:Choice>
              <mc:Fallback>
                <p:oleObj name="公式" r:id="rId23" imgW="676275" imgH="1250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4065588"/>
                        <a:ext cx="1797050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6" name="Object 18"/>
          <p:cNvGraphicFramePr>
            <a:graphicFrameLocks noChangeAspect="1"/>
          </p:cNvGraphicFramePr>
          <p:nvPr/>
        </p:nvGraphicFramePr>
        <p:xfrm>
          <a:off x="1220788" y="4972050"/>
          <a:ext cx="185737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2" name="公式" r:id="rId25" imgW="695325" imgH="125095" progId="Equation.3">
                  <p:embed/>
                </p:oleObj>
              </mc:Choice>
              <mc:Fallback>
                <p:oleObj name="公式" r:id="rId25" imgW="695325" imgH="12509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4972050"/>
                        <a:ext cx="185737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7" name="Object 19"/>
          <p:cNvGraphicFramePr>
            <a:graphicFrameLocks noChangeAspect="1"/>
          </p:cNvGraphicFramePr>
          <p:nvPr/>
        </p:nvGraphicFramePr>
        <p:xfrm>
          <a:off x="938213" y="3313113"/>
          <a:ext cx="14922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" name="公式" r:id="rId27" imgW="542925" imgH="144145" progId="Equation.3">
                  <p:embed/>
                </p:oleObj>
              </mc:Choice>
              <mc:Fallback>
                <p:oleObj name="公式" r:id="rId27" imgW="542925" imgH="14414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213" y="3313113"/>
                        <a:ext cx="14922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8" name="Object 20"/>
          <p:cNvGraphicFramePr>
            <a:graphicFrameLocks noChangeAspect="1"/>
          </p:cNvGraphicFramePr>
          <p:nvPr/>
        </p:nvGraphicFramePr>
        <p:xfrm>
          <a:off x="3032125" y="3998913"/>
          <a:ext cx="21478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4" name="公式" r:id="rId29" imgW="752475" imgH="221615" progId="Equation.3">
                  <p:embed/>
                </p:oleObj>
              </mc:Choice>
              <mc:Fallback>
                <p:oleObj name="公式" r:id="rId29" imgW="752475" imgH="22161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125" y="3998913"/>
                        <a:ext cx="214788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89" name="Object 21"/>
          <p:cNvGraphicFramePr>
            <a:graphicFrameLocks noChangeAspect="1"/>
          </p:cNvGraphicFramePr>
          <p:nvPr/>
        </p:nvGraphicFramePr>
        <p:xfrm>
          <a:off x="5087938" y="4087813"/>
          <a:ext cx="579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5" name="公式" r:id="rId31" imgW="161925" imgH="106045" progId="Equation.3">
                  <p:embed/>
                </p:oleObj>
              </mc:Choice>
              <mc:Fallback>
                <p:oleObj name="公式" r:id="rId31" imgW="161925" imgH="106045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4087813"/>
                        <a:ext cx="579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0" name="Object 22"/>
          <p:cNvGraphicFramePr>
            <a:graphicFrameLocks noChangeAspect="1"/>
          </p:cNvGraphicFramePr>
          <p:nvPr/>
        </p:nvGraphicFramePr>
        <p:xfrm>
          <a:off x="3060700" y="4913313"/>
          <a:ext cx="217805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6" name="公式" r:id="rId33" imgW="762000" imgH="201930" progId="Equation.3">
                  <p:embed/>
                </p:oleObj>
              </mc:Choice>
              <mc:Fallback>
                <p:oleObj name="公式" r:id="rId33" imgW="762000" imgH="20193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4913313"/>
                        <a:ext cx="217805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7991" name="Object 23"/>
          <p:cNvGraphicFramePr>
            <a:graphicFrameLocks noChangeAspect="1"/>
          </p:cNvGraphicFramePr>
          <p:nvPr/>
        </p:nvGraphicFramePr>
        <p:xfrm>
          <a:off x="5135563" y="4973638"/>
          <a:ext cx="5794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7" name="公式" r:id="rId35" imgW="161925" imgH="106045" progId="Equation.3">
                  <p:embed/>
                </p:oleObj>
              </mc:Choice>
              <mc:Fallback>
                <p:oleObj name="公式" r:id="rId35" imgW="161925" imgH="106045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563" y="4973638"/>
                        <a:ext cx="5794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6" name="Group 24"/>
          <p:cNvGrpSpPr/>
          <p:nvPr/>
        </p:nvGrpSpPr>
        <p:grpSpPr bwMode="auto">
          <a:xfrm>
            <a:off x="6167438" y="2971800"/>
            <a:ext cx="2824162" cy="2667000"/>
            <a:chOff x="3792" y="856"/>
            <a:chExt cx="1779" cy="1680"/>
          </a:xfrm>
        </p:grpSpPr>
        <p:sp>
          <p:nvSpPr>
            <p:cNvPr id="10257" name="Rectangle 25" descr="宽上对角线"/>
            <p:cNvSpPr>
              <a:spLocks noChangeArrowheads="1"/>
            </p:cNvSpPr>
            <p:nvPr/>
          </p:nvSpPr>
          <p:spPr bwMode="auto">
            <a:xfrm>
              <a:off x="4032" y="1440"/>
              <a:ext cx="1008" cy="1000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  <p:grpSp>
          <p:nvGrpSpPr>
            <p:cNvPr id="10258" name="Group 26"/>
            <p:cNvGrpSpPr/>
            <p:nvPr/>
          </p:nvGrpSpPr>
          <p:grpSpPr bwMode="auto">
            <a:xfrm>
              <a:off x="3792" y="856"/>
              <a:ext cx="1779" cy="1680"/>
              <a:chOff x="3792" y="1104"/>
              <a:chExt cx="1779" cy="1680"/>
            </a:xfrm>
          </p:grpSpPr>
          <p:sp>
            <p:nvSpPr>
              <p:cNvPr id="10265" name="Line 27"/>
              <p:cNvSpPr>
                <a:spLocks noChangeShapeType="1"/>
              </p:cNvSpPr>
              <p:nvPr/>
            </p:nvSpPr>
            <p:spPr bwMode="auto">
              <a:xfrm>
                <a:off x="3792" y="2496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266" name="Line 28"/>
              <p:cNvSpPr>
                <a:spLocks noChangeShapeType="1"/>
              </p:cNvSpPr>
              <p:nvPr/>
            </p:nvSpPr>
            <p:spPr bwMode="auto">
              <a:xfrm flipV="1">
                <a:off x="4224" y="1344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0267" name="Object 29"/>
              <p:cNvGraphicFramePr>
                <a:graphicFrameLocks noChangeAspect="1"/>
              </p:cNvGraphicFramePr>
              <p:nvPr/>
            </p:nvGraphicFramePr>
            <p:xfrm>
              <a:off x="5328" y="2558"/>
              <a:ext cx="243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78" name="公式" r:id="rId37" imgW="104775" imgH="86360" progId="Equation.3">
                      <p:embed/>
                    </p:oleObj>
                  </mc:Choice>
                  <mc:Fallback>
                    <p:oleObj name="公式" r:id="rId37" imgW="104775" imgH="8636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2558"/>
                            <a:ext cx="243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8" name="Object 30"/>
              <p:cNvGraphicFramePr>
                <a:graphicFrameLocks noChangeAspect="1"/>
              </p:cNvGraphicFramePr>
              <p:nvPr/>
            </p:nvGraphicFramePr>
            <p:xfrm>
              <a:off x="4058" y="1104"/>
              <a:ext cx="191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79" name="Equation" r:id="rId39" imgW="66675" imgH="86360" progId="Equation.3">
                      <p:embed/>
                    </p:oleObj>
                  </mc:Choice>
                  <mc:Fallback>
                    <p:oleObj name="Equation" r:id="rId39" imgW="66675" imgH="86360" progId="Equation.3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8" y="1104"/>
                            <a:ext cx="191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59" name="Group 31"/>
            <p:cNvGrpSpPr/>
            <p:nvPr/>
          </p:nvGrpSpPr>
          <p:grpSpPr bwMode="auto">
            <a:xfrm>
              <a:off x="3984" y="1432"/>
              <a:ext cx="1056" cy="1056"/>
              <a:chOff x="3888" y="1680"/>
              <a:chExt cx="1056" cy="1056"/>
            </a:xfrm>
          </p:grpSpPr>
          <p:sp>
            <p:nvSpPr>
              <p:cNvPr id="10263" name="Line 32"/>
              <p:cNvSpPr>
                <a:spLocks noChangeShapeType="1"/>
              </p:cNvSpPr>
              <p:nvPr/>
            </p:nvSpPr>
            <p:spPr bwMode="auto">
              <a:xfrm flipH="1">
                <a:off x="3888" y="168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264" name="Line 33"/>
              <p:cNvSpPr>
                <a:spLocks noChangeShapeType="1"/>
              </p:cNvSpPr>
              <p:nvPr/>
            </p:nvSpPr>
            <p:spPr bwMode="auto">
              <a:xfrm>
                <a:off x="4944" y="168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0260" name="Group 34"/>
            <p:cNvGrpSpPr/>
            <p:nvPr/>
          </p:nvGrpSpPr>
          <p:grpSpPr bwMode="auto">
            <a:xfrm>
              <a:off x="4953" y="1096"/>
              <a:ext cx="537" cy="360"/>
              <a:chOff x="4953" y="1344"/>
              <a:chExt cx="537" cy="360"/>
            </a:xfrm>
          </p:grpSpPr>
          <p:graphicFrame>
            <p:nvGraphicFramePr>
              <p:cNvPr id="10261" name="Object 35"/>
              <p:cNvGraphicFramePr>
                <a:graphicFrameLocks noChangeAspect="1"/>
              </p:cNvGraphicFramePr>
              <p:nvPr/>
            </p:nvGraphicFramePr>
            <p:xfrm>
              <a:off x="4953" y="1344"/>
              <a:ext cx="537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780" name="公式" r:id="rId41" imgW="314325" imgH="125095" progId="Equation.3">
                      <p:embed/>
                    </p:oleObj>
                  </mc:Choice>
                  <mc:Fallback>
                    <p:oleObj name="公式" r:id="rId41" imgW="314325" imgH="125095" progId="Equation.3">
                      <p:embed/>
                      <p:pic>
                        <p:nvPicPr>
                          <p:cNvPr id="0" name="Object 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53" y="1344"/>
                            <a:ext cx="537" cy="2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262" name="Oval 36"/>
              <p:cNvSpPr>
                <a:spLocks noChangeArrowheads="1"/>
              </p:cNvSpPr>
              <p:nvPr/>
            </p:nvSpPr>
            <p:spPr bwMode="auto">
              <a:xfrm>
                <a:off x="5004" y="1656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zh-CN" sz="1800" u="sng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7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7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7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7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7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67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42"/>
          <p:cNvGrpSpPr/>
          <p:nvPr/>
        </p:nvGrpSpPr>
        <p:grpSpPr bwMode="auto">
          <a:xfrm>
            <a:off x="5724525" y="836613"/>
            <a:ext cx="2824163" cy="2667000"/>
            <a:chOff x="3606" y="527"/>
            <a:chExt cx="1779" cy="1680"/>
          </a:xfrm>
        </p:grpSpPr>
        <p:sp>
          <p:nvSpPr>
            <p:cNvPr id="11286" name="Rectangle 3" descr="宽上对角线"/>
            <p:cNvSpPr>
              <a:spLocks noChangeArrowheads="1"/>
            </p:cNvSpPr>
            <p:nvPr/>
          </p:nvSpPr>
          <p:spPr bwMode="auto">
            <a:xfrm>
              <a:off x="3833" y="1071"/>
              <a:ext cx="1008" cy="231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zh-CN" sz="1800" u="sng">
                <a:latin typeface="Arial" panose="020B0604020202020204" pitchFamily="34" charset="0"/>
              </a:endParaRPr>
            </a:p>
          </p:txBody>
        </p:sp>
        <p:grpSp>
          <p:nvGrpSpPr>
            <p:cNvPr id="11287" name="Group 4"/>
            <p:cNvGrpSpPr/>
            <p:nvPr/>
          </p:nvGrpSpPr>
          <p:grpSpPr bwMode="auto">
            <a:xfrm>
              <a:off x="3606" y="527"/>
              <a:ext cx="1779" cy="1680"/>
              <a:chOff x="3792" y="1104"/>
              <a:chExt cx="1779" cy="1680"/>
            </a:xfrm>
          </p:grpSpPr>
          <p:sp>
            <p:nvSpPr>
              <p:cNvPr id="11294" name="Line 5"/>
              <p:cNvSpPr>
                <a:spLocks noChangeShapeType="1"/>
              </p:cNvSpPr>
              <p:nvPr/>
            </p:nvSpPr>
            <p:spPr bwMode="auto">
              <a:xfrm>
                <a:off x="3792" y="2496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95" name="Line 6"/>
              <p:cNvSpPr>
                <a:spLocks noChangeShapeType="1"/>
              </p:cNvSpPr>
              <p:nvPr/>
            </p:nvSpPr>
            <p:spPr bwMode="auto">
              <a:xfrm flipV="1">
                <a:off x="4224" y="1344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11296" name="Object 7"/>
              <p:cNvGraphicFramePr>
                <a:graphicFrameLocks noChangeAspect="1"/>
              </p:cNvGraphicFramePr>
              <p:nvPr/>
            </p:nvGraphicFramePr>
            <p:xfrm>
              <a:off x="5328" y="2558"/>
              <a:ext cx="243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7" name="公式" r:id="rId1" imgW="104775" imgH="86360" progId="Equation.3">
                      <p:embed/>
                    </p:oleObj>
                  </mc:Choice>
                  <mc:Fallback>
                    <p:oleObj name="公式" r:id="rId1" imgW="104775" imgH="8636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8" y="2558"/>
                            <a:ext cx="243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7" name="Object 8"/>
              <p:cNvGraphicFramePr>
                <a:graphicFrameLocks noChangeAspect="1"/>
              </p:cNvGraphicFramePr>
              <p:nvPr/>
            </p:nvGraphicFramePr>
            <p:xfrm>
              <a:off x="4058" y="1104"/>
              <a:ext cx="191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8" name="Equation" r:id="rId3" imgW="66675" imgH="86360" progId="Equation.3">
                      <p:embed/>
                    </p:oleObj>
                  </mc:Choice>
                  <mc:Fallback>
                    <p:oleObj name="Equation" r:id="rId3" imgW="66675" imgH="86360" progId="Equation.3">
                      <p:embed/>
                      <p:pic>
                        <p:nvPicPr>
                          <p:cNvPr id="0" name="Object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8" y="1104"/>
                            <a:ext cx="191" cy="2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1288" name="Group 9"/>
            <p:cNvGrpSpPr/>
            <p:nvPr/>
          </p:nvGrpSpPr>
          <p:grpSpPr bwMode="auto">
            <a:xfrm>
              <a:off x="3787" y="1071"/>
              <a:ext cx="1056" cy="1056"/>
              <a:chOff x="3888" y="1680"/>
              <a:chExt cx="1056" cy="1056"/>
            </a:xfrm>
          </p:grpSpPr>
          <p:sp>
            <p:nvSpPr>
              <p:cNvPr id="11292" name="Line 10"/>
              <p:cNvSpPr>
                <a:spLocks noChangeShapeType="1"/>
              </p:cNvSpPr>
              <p:nvPr/>
            </p:nvSpPr>
            <p:spPr bwMode="auto">
              <a:xfrm flipH="1">
                <a:off x="3888" y="1680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1293" name="Line 11"/>
              <p:cNvSpPr>
                <a:spLocks noChangeShapeType="1"/>
              </p:cNvSpPr>
              <p:nvPr/>
            </p:nvSpPr>
            <p:spPr bwMode="auto">
              <a:xfrm>
                <a:off x="4944" y="1680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1289" name="Group 41"/>
            <p:cNvGrpSpPr/>
            <p:nvPr/>
          </p:nvGrpSpPr>
          <p:grpSpPr bwMode="auto">
            <a:xfrm>
              <a:off x="4740" y="845"/>
              <a:ext cx="492" cy="272"/>
              <a:chOff x="4740" y="845"/>
              <a:chExt cx="492" cy="272"/>
            </a:xfrm>
          </p:grpSpPr>
          <p:graphicFrame>
            <p:nvGraphicFramePr>
              <p:cNvPr id="11290" name="Object 13"/>
              <p:cNvGraphicFramePr>
                <a:graphicFrameLocks noChangeAspect="1"/>
              </p:cNvGraphicFramePr>
              <p:nvPr/>
            </p:nvGraphicFramePr>
            <p:xfrm>
              <a:off x="4740" y="845"/>
              <a:ext cx="492" cy="2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599" name="公式" r:id="rId5" imgW="314325" imgH="125095" progId="Equation.3">
                      <p:embed/>
                    </p:oleObj>
                  </mc:Choice>
                  <mc:Fallback>
                    <p:oleObj name="公式" r:id="rId5" imgW="314325" imgH="125095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845"/>
                            <a:ext cx="492" cy="20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91" name="Oval 14"/>
              <p:cNvSpPr>
                <a:spLocks noChangeArrowheads="1"/>
              </p:cNvSpPr>
              <p:nvPr/>
            </p:nvSpPr>
            <p:spPr bwMode="auto">
              <a:xfrm>
                <a:off x="4830" y="1067"/>
                <a:ext cx="29" cy="5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anchor="ctr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zh-CN" sz="1800" u="sng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267" name="Text Box 15"/>
          <p:cNvSpPr txBox="1">
            <a:spLocks noChangeArrowheads="1"/>
          </p:cNvSpPr>
          <p:nvPr/>
        </p:nvSpPr>
        <p:spPr bwMode="auto">
          <a:xfrm>
            <a:off x="838200" y="596900"/>
            <a:ext cx="48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FF"/>
                </a:solidFill>
                <a:ea typeface="楷体_GB2312" pitchFamily="49" charset="-122"/>
              </a:rPr>
              <a:t>3.</a:t>
            </a:r>
            <a:endParaRPr lang="en-US" altLang="zh-CN" sz="3200" b="1">
              <a:solidFill>
                <a:srgbClr val="0000FF"/>
              </a:solidFill>
              <a:ea typeface="楷体_GB2312" pitchFamily="49" charset="-122"/>
            </a:endParaRPr>
          </a:p>
        </p:txBody>
      </p:sp>
      <p:graphicFrame>
        <p:nvGraphicFramePr>
          <p:cNvPr id="11268" name="Object 16"/>
          <p:cNvGraphicFramePr>
            <a:graphicFrameLocks noChangeAspect="1"/>
          </p:cNvGraphicFramePr>
          <p:nvPr/>
        </p:nvGraphicFramePr>
        <p:xfrm>
          <a:off x="1339850" y="692150"/>
          <a:ext cx="171608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0" name="公式" r:id="rId7" imgW="581025" imgH="125095" progId="Equation.3">
                  <p:embed/>
                </p:oleObj>
              </mc:Choice>
              <mc:Fallback>
                <p:oleObj name="公式" r:id="rId7" imgW="581025" imgH="1250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692150"/>
                        <a:ext cx="171608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9009" name="Object 17"/>
          <p:cNvGraphicFramePr>
            <a:graphicFrameLocks noChangeAspect="1"/>
          </p:cNvGraphicFramePr>
          <p:nvPr/>
        </p:nvGraphicFramePr>
        <p:xfrm>
          <a:off x="1343025" y="2354263"/>
          <a:ext cx="36957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1" name="公式" r:id="rId9" imgW="1343025" imgH="125095" progId="Equation.3">
                  <p:embed/>
                </p:oleObj>
              </mc:Choice>
              <mc:Fallback>
                <p:oleObj name="公式" r:id="rId9" imgW="1343025" imgH="12509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025" y="2354263"/>
                        <a:ext cx="36957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8"/>
          <p:cNvGraphicFramePr>
            <a:graphicFrameLocks noChangeAspect="1"/>
          </p:cNvGraphicFramePr>
          <p:nvPr/>
        </p:nvGraphicFramePr>
        <p:xfrm>
          <a:off x="2970213" y="704850"/>
          <a:ext cx="19478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2" name="公式" r:id="rId11" imgW="676275" imgH="125095" progId="Equation.3">
                  <p:embed/>
                </p:oleObj>
              </mc:Choice>
              <mc:Fallback>
                <p:oleObj name="公式" r:id="rId11" imgW="676275" imgH="12509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0213" y="704850"/>
                        <a:ext cx="194786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19"/>
          <p:cNvGrpSpPr/>
          <p:nvPr/>
        </p:nvGrpSpPr>
        <p:grpSpPr bwMode="auto">
          <a:xfrm>
            <a:off x="1252538" y="1363663"/>
            <a:ext cx="4129087" cy="528637"/>
            <a:chOff x="807" y="1395"/>
            <a:chExt cx="2601" cy="333"/>
          </a:xfrm>
        </p:grpSpPr>
        <p:sp>
          <p:nvSpPr>
            <p:cNvPr id="11283" name="Text Box 20"/>
            <p:cNvSpPr txBox="1">
              <a:spLocks noChangeArrowheads="1"/>
            </p:cNvSpPr>
            <p:nvPr/>
          </p:nvSpPr>
          <p:spPr bwMode="auto">
            <a:xfrm>
              <a:off x="807" y="139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solidFill>
                    <a:srgbClr val="0000FF"/>
                  </a:solidFill>
                </a:rPr>
                <a:t>即</a:t>
              </a:r>
              <a:endParaRPr lang="zh-CN" altLang="en-US" sz="2800" b="1">
                <a:solidFill>
                  <a:srgbClr val="0000FF"/>
                </a:solidFill>
              </a:endParaRPr>
            </a:p>
          </p:txBody>
        </p:sp>
        <p:graphicFrame>
          <p:nvGraphicFramePr>
            <p:cNvPr id="11284" name="Object 21"/>
            <p:cNvGraphicFramePr>
              <a:graphicFrameLocks noChangeAspect="1"/>
            </p:cNvGraphicFramePr>
            <p:nvPr/>
          </p:nvGraphicFramePr>
          <p:xfrm>
            <a:off x="1143" y="1395"/>
            <a:ext cx="89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3" name="公式" r:id="rId13" imgW="466725" imgH="125095" progId="Equation.3">
                    <p:embed/>
                  </p:oleObj>
                </mc:Choice>
                <mc:Fallback>
                  <p:oleObj name="公式" r:id="rId13" imgW="466725" imgH="12509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3" y="1395"/>
                          <a:ext cx="89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5" name="Text Box 22"/>
            <p:cNvSpPr txBox="1">
              <a:spLocks noChangeArrowheads="1"/>
            </p:cNvSpPr>
            <p:nvPr/>
          </p:nvSpPr>
          <p:spPr bwMode="auto">
            <a:xfrm>
              <a:off x="2055" y="1395"/>
              <a:ext cx="13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关于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右连续</a:t>
              </a:r>
              <a:endParaRPr lang="zh-CN" altLang="en-US" sz="2800" b="1"/>
            </a:p>
          </p:txBody>
        </p:sp>
      </p:grpSp>
      <p:grpSp>
        <p:nvGrpSpPr>
          <p:cNvPr id="7" name="Group 23"/>
          <p:cNvGrpSpPr/>
          <p:nvPr/>
        </p:nvGrpSpPr>
        <p:grpSpPr bwMode="auto">
          <a:xfrm>
            <a:off x="1273175" y="3035300"/>
            <a:ext cx="3956050" cy="609600"/>
            <a:chOff x="820" y="2448"/>
            <a:chExt cx="2492" cy="384"/>
          </a:xfrm>
        </p:grpSpPr>
        <p:graphicFrame>
          <p:nvGraphicFramePr>
            <p:cNvPr id="11280" name="Object 24"/>
            <p:cNvGraphicFramePr>
              <a:graphicFrameLocks noChangeAspect="1"/>
            </p:cNvGraphicFramePr>
            <p:nvPr/>
          </p:nvGraphicFramePr>
          <p:xfrm>
            <a:off x="1079" y="2499"/>
            <a:ext cx="89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4" name="公式" r:id="rId15" imgW="466725" imgH="125095" progId="Equation.3">
                    <p:embed/>
                  </p:oleObj>
                </mc:Choice>
                <mc:Fallback>
                  <p:oleObj name="公式" r:id="rId15" imgW="466725" imgH="12509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9" y="2499"/>
                          <a:ext cx="893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1" name="Text Box 25"/>
            <p:cNvSpPr txBox="1">
              <a:spLocks noChangeArrowheads="1"/>
            </p:cNvSpPr>
            <p:nvPr/>
          </p:nvSpPr>
          <p:spPr bwMode="auto">
            <a:xfrm>
              <a:off x="1972" y="2496"/>
              <a:ext cx="1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关于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右连续</a:t>
              </a:r>
              <a:endParaRPr lang="zh-CN" altLang="en-US" sz="2800" b="1"/>
            </a:p>
          </p:txBody>
        </p:sp>
        <p:sp>
          <p:nvSpPr>
            <p:cNvPr id="11282" name="Text Box 26"/>
            <p:cNvSpPr txBox="1">
              <a:spLocks noChangeArrowheads="1"/>
            </p:cNvSpPr>
            <p:nvPr/>
          </p:nvSpPr>
          <p:spPr bwMode="auto">
            <a:xfrm>
              <a:off x="820" y="2448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solidFill>
                    <a:srgbClr val="0000FF"/>
                  </a:solidFill>
                </a:rPr>
                <a:t>即</a:t>
              </a:r>
              <a:endParaRPr lang="zh-CN" altLang="en-US" sz="2800" b="1">
                <a:solidFill>
                  <a:srgbClr val="0000FF"/>
                </a:solidFill>
              </a:endParaRPr>
            </a:p>
          </p:txBody>
        </p:sp>
      </p:grpSp>
      <p:grpSp>
        <p:nvGrpSpPr>
          <p:cNvPr id="528424" name="Group 40"/>
          <p:cNvGrpSpPr/>
          <p:nvPr/>
        </p:nvGrpSpPr>
        <p:grpSpPr bwMode="auto">
          <a:xfrm>
            <a:off x="684213" y="4081463"/>
            <a:ext cx="3871912" cy="608012"/>
            <a:chOff x="431" y="2387"/>
            <a:chExt cx="2439" cy="383"/>
          </a:xfrm>
        </p:grpSpPr>
        <p:graphicFrame>
          <p:nvGraphicFramePr>
            <p:cNvPr id="11278" name="Object 11"/>
            <p:cNvGraphicFramePr>
              <a:graphicFrameLocks noChangeAspect="1"/>
            </p:cNvGraphicFramePr>
            <p:nvPr/>
          </p:nvGraphicFramePr>
          <p:xfrm>
            <a:off x="839" y="2432"/>
            <a:ext cx="203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05" name="Equation" r:id="rId17" imgW="1371600" imgH="228600" progId="Equation.DSMT4">
                    <p:embed/>
                  </p:oleObj>
                </mc:Choice>
                <mc:Fallback>
                  <p:oleObj name="Equation" r:id="rId17" imgW="137160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2432"/>
                          <a:ext cx="203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9" name="Text Box 13"/>
            <p:cNvSpPr txBox="1">
              <a:spLocks noChangeArrowheads="1"/>
            </p:cNvSpPr>
            <p:nvPr/>
          </p:nvSpPr>
          <p:spPr bwMode="auto">
            <a:xfrm>
              <a:off x="431" y="2387"/>
              <a:ext cx="2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0" lang="en-US" altLang="zh-CN" sz="3200" b="1">
                  <a:solidFill>
                    <a:schemeClr val="accent2"/>
                  </a:solidFill>
                  <a:ea typeface="宋体-18030" pitchFamily="49" charset="-122"/>
                </a:rPr>
                <a:t>4.</a:t>
              </a:r>
              <a:endParaRPr kumimoji="0" lang="en-US" altLang="zh-CN" sz="3200" b="1">
                <a:solidFill>
                  <a:schemeClr val="accent2"/>
                </a:solidFill>
                <a:ea typeface="宋体-18030" pitchFamily="49" charset="-122"/>
              </a:endParaRPr>
            </a:p>
          </p:txBody>
        </p:sp>
      </p:grpSp>
      <p:graphicFrame>
        <p:nvGraphicFramePr>
          <p:cNvPr id="465965" name="Object 45"/>
          <p:cNvGraphicFramePr>
            <a:graphicFrameLocks noChangeAspect="1"/>
          </p:cNvGraphicFramePr>
          <p:nvPr/>
        </p:nvGraphicFramePr>
        <p:xfrm>
          <a:off x="1187450" y="4873625"/>
          <a:ext cx="15541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6" name="Equation" r:id="rId19" imgW="542925" imgH="154305" progId="Equation.DSMT4">
                  <p:embed/>
                </p:oleObj>
              </mc:Choice>
              <mc:Fallback>
                <p:oleObj name="Equation" r:id="rId19" imgW="542925" imgH="15430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873625"/>
                        <a:ext cx="15541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6" name="Object 46"/>
          <p:cNvGraphicFramePr>
            <a:graphicFrameLocks noChangeAspect="1"/>
          </p:cNvGraphicFramePr>
          <p:nvPr/>
        </p:nvGraphicFramePr>
        <p:xfrm>
          <a:off x="2722563" y="4857750"/>
          <a:ext cx="17129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7" name="Equation" r:id="rId21" imgW="609600" imgH="154305" progId="Equation.DSMT4">
                  <p:embed/>
                </p:oleObj>
              </mc:Choice>
              <mc:Fallback>
                <p:oleObj name="Equation" r:id="rId21" imgW="609600" imgH="15430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2563" y="4857750"/>
                        <a:ext cx="17129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7" name="Object 47"/>
          <p:cNvGraphicFramePr>
            <a:graphicFrameLocks noChangeAspect="1"/>
          </p:cNvGraphicFramePr>
          <p:nvPr/>
        </p:nvGraphicFramePr>
        <p:xfrm>
          <a:off x="4595813" y="4857750"/>
          <a:ext cx="17129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8" name="Equation" r:id="rId23" imgW="609600" imgH="154305" progId="Equation.DSMT4">
                  <p:embed/>
                </p:oleObj>
              </mc:Choice>
              <mc:Fallback>
                <p:oleObj name="Equation" r:id="rId23" imgW="609600" imgH="154305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5813" y="4857750"/>
                        <a:ext cx="17129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5968" name="Object 48"/>
          <p:cNvGraphicFramePr>
            <a:graphicFrameLocks noChangeAspect="1"/>
          </p:cNvGraphicFramePr>
          <p:nvPr/>
        </p:nvGraphicFramePr>
        <p:xfrm>
          <a:off x="6269038" y="4857750"/>
          <a:ext cx="22526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9" name="Equation" r:id="rId25" imgW="828675" imgH="154305" progId="Equation.DSMT4">
                  <p:embed/>
                </p:oleObj>
              </mc:Choice>
              <mc:Fallback>
                <p:oleObj name="Equation" r:id="rId25" imgW="828675" imgH="154305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9038" y="4857750"/>
                        <a:ext cx="22526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6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6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6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65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753017" y="267038"/>
          <a:ext cx="7121706" cy="3597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07" name="Document" r:id="rId1" imgW="3581400" imgH="1807210" progId="Word.Document.8">
                  <p:embed/>
                </p:oleObj>
              </mc:Choice>
              <mc:Fallback>
                <p:oleObj name="Document" r:id="rId1" imgW="3581400" imgH="180721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017" y="267038"/>
                        <a:ext cx="7121706" cy="35973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609600" y="1481138"/>
          <a:ext cx="8634413" cy="295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08" name="Document" r:id="rId3" imgW="3320415" imgH="1137285" progId="Word.Document.8">
                  <p:embed/>
                </p:oleObj>
              </mc:Choice>
              <mc:Fallback>
                <p:oleObj name="Document" r:id="rId3" imgW="3320415" imgH="113728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481138"/>
                        <a:ext cx="8634413" cy="295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753017" y="2708920"/>
          <a:ext cx="8094719" cy="331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709" name="Document" r:id="rId5" imgW="2905760" imgH="1190625" progId="Word.Document.8">
                  <p:embed/>
                </p:oleObj>
              </mc:Choice>
              <mc:Fallback>
                <p:oleObj name="Document" r:id="rId5" imgW="2905760" imgH="119062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017" y="2708920"/>
                        <a:ext cx="8094719" cy="331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506" name="Text Box 2"/>
          <p:cNvSpPr txBox="1">
            <a:spLocks noChangeArrowheads="1"/>
          </p:cNvSpPr>
          <p:nvPr/>
        </p:nvSpPr>
        <p:spPr bwMode="auto">
          <a:xfrm>
            <a:off x="1292225" y="1335088"/>
            <a:ext cx="5578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二维随机变量 </a:t>
            </a:r>
            <a:r>
              <a:rPr lang="en-US" altLang="zh-CN" sz="2800" b="1"/>
              <a:t>(X,Y)</a:t>
            </a:r>
            <a:r>
              <a:rPr lang="zh-CN" altLang="en-US" sz="2800" b="1"/>
              <a:t>作为一个整体</a:t>
            </a:r>
            <a:r>
              <a:rPr lang="en-US" altLang="zh-CN" sz="2800" b="1"/>
              <a:t>,</a:t>
            </a:r>
            <a:endParaRPr lang="en-US" altLang="zh-CN" sz="2800" b="1"/>
          </a:p>
        </p:txBody>
      </p:sp>
      <p:grpSp>
        <p:nvGrpSpPr>
          <p:cNvPr id="533507" name="Group 3"/>
          <p:cNvGrpSpPr/>
          <p:nvPr/>
        </p:nvGrpSpPr>
        <p:grpSpPr bwMode="auto">
          <a:xfrm>
            <a:off x="468313" y="1341438"/>
            <a:ext cx="8207375" cy="1168400"/>
            <a:chOff x="295" y="1071"/>
            <a:chExt cx="5170" cy="736"/>
          </a:xfrm>
        </p:grpSpPr>
        <p:sp>
          <p:nvSpPr>
            <p:cNvPr id="12310" name="Text Box 4"/>
            <p:cNvSpPr txBox="1">
              <a:spLocks noChangeArrowheads="1"/>
            </p:cNvSpPr>
            <p:nvPr/>
          </p:nvSpPr>
          <p:spPr bwMode="auto">
            <a:xfrm>
              <a:off x="4195" y="1071"/>
              <a:ext cx="127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具有分布函</a:t>
              </a:r>
              <a:endParaRPr lang="zh-CN" altLang="en-US" sz="2800" b="1"/>
            </a:p>
          </p:txBody>
        </p:sp>
        <p:sp>
          <p:nvSpPr>
            <p:cNvPr id="12311" name="Text Box 5"/>
            <p:cNvSpPr txBox="1">
              <a:spLocks noChangeArrowheads="1"/>
            </p:cNvSpPr>
            <p:nvPr/>
          </p:nvSpPr>
          <p:spPr bwMode="auto">
            <a:xfrm>
              <a:off x="295" y="1444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数</a:t>
              </a:r>
              <a:endParaRPr lang="zh-CN" altLang="en-US" sz="2800" b="1"/>
            </a:p>
          </p:txBody>
        </p:sp>
        <p:graphicFrame>
          <p:nvGraphicFramePr>
            <p:cNvPr id="12312" name="Object 6"/>
            <p:cNvGraphicFramePr>
              <a:graphicFrameLocks noChangeAspect="1"/>
            </p:cNvGraphicFramePr>
            <p:nvPr/>
          </p:nvGraphicFramePr>
          <p:xfrm>
            <a:off x="657" y="1495"/>
            <a:ext cx="8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7" name="Equation" r:id="rId1" imgW="1257300" imgH="423545" progId="Equation.DSMT4">
                    <p:embed/>
                  </p:oleObj>
                </mc:Choice>
                <mc:Fallback>
                  <p:oleObj name="Equation" r:id="rId1" imgW="1257300" imgH="42354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7" y="1495"/>
                          <a:ext cx="8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3511" name="Group 7"/>
          <p:cNvGrpSpPr/>
          <p:nvPr/>
        </p:nvGrpSpPr>
        <p:grpSpPr bwMode="auto">
          <a:xfrm>
            <a:off x="415925" y="1928813"/>
            <a:ext cx="8470900" cy="1127125"/>
            <a:chOff x="266" y="1454"/>
            <a:chExt cx="5336" cy="710"/>
          </a:xfrm>
        </p:grpSpPr>
        <p:grpSp>
          <p:nvGrpSpPr>
            <p:cNvPr id="12304" name="Group 8"/>
            <p:cNvGrpSpPr/>
            <p:nvPr/>
          </p:nvGrpSpPr>
          <p:grpSpPr bwMode="auto">
            <a:xfrm>
              <a:off x="1474" y="1489"/>
              <a:ext cx="2540" cy="327"/>
              <a:chOff x="1474" y="1489"/>
              <a:chExt cx="2540" cy="312"/>
            </a:xfrm>
          </p:grpSpPr>
          <p:sp>
            <p:nvSpPr>
              <p:cNvPr id="12307" name="Text Box 9"/>
              <p:cNvSpPr txBox="1">
                <a:spLocks noChangeArrowheads="1"/>
              </p:cNvSpPr>
              <p:nvPr/>
            </p:nvSpPr>
            <p:spPr bwMode="auto">
              <a:xfrm>
                <a:off x="1474" y="1489"/>
                <a:ext cx="2540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而     和     都是随机变量 </a:t>
                </a:r>
                <a:r>
                  <a:rPr lang="en-US" altLang="zh-CN" sz="2800" b="1"/>
                  <a:t>,</a:t>
                </a:r>
                <a:endParaRPr lang="en-US" altLang="zh-CN" sz="2800" b="1"/>
              </a:p>
            </p:txBody>
          </p:sp>
          <p:graphicFrame>
            <p:nvGraphicFramePr>
              <p:cNvPr id="12308" name="Object 10"/>
              <p:cNvGraphicFramePr>
                <a:graphicFrameLocks noChangeAspect="1"/>
              </p:cNvGraphicFramePr>
              <p:nvPr/>
            </p:nvGraphicFramePr>
            <p:xfrm>
              <a:off x="1791" y="1577"/>
              <a:ext cx="224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98" name="Equation" r:id="rId3" imgW="276225" imgH="221615" progId="Equation.DSMT4">
                      <p:embed/>
                    </p:oleObj>
                  </mc:Choice>
                  <mc:Fallback>
                    <p:oleObj name="Equation" r:id="rId3" imgW="276225" imgH="221615" progId="Equation.DSMT4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91" y="1577"/>
                            <a:ext cx="224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309" name="Object 11"/>
              <p:cNvGraphicFramePr>
                <a:graphicFrameLocks noChangeAspect="1"/>
              </p:cNvGraphicFramePr>
              <p:nvPr/>
            </p:nvGraphicFramePr>
            <p:xfrm>
              <a:off x="2314" y="1580"/>
              <a:ext cx="176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2499" name="Equation" r:id="rId5" imgW="200025" imgH="221615" progId="Equation.DSMT4">
                      <p:embed/>
                    </p:oleObj>
                  </mc:Choice>
                  <mc:Fallback>
                    <p:oleObj name="Equation" r:id="rId5" imgW="200025" imgH="221615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14" y="1580"/>
                            <a:ext cx="176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305" name="Text Box 12"/>
            <p:cNvSpPr txBox="1">
              <a:spLocks noChangeArrowheads="1"/>
            </p:cNvSpPr>
            <p:nvPr/>
          </p:nvSpPr>
          <p:spPr bwMode="auto">
            <a:xfrm>
              <a:off x="3969" y="1454"/>
              <a:ext cx="16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也有各自的分</a:t>
              </a:r>
              <a:endParaRPr lang="zh-CN" altLang="en-US" sz="2800" b="1"/>
            </a:p>
          </p:txBody>
        </p:sp>
        <p:sp>
          <p:nvSpPr>
            <p:cNvPr id="12306" name="Rectangle 13"/>
            <p:cNvSpPr>
              <a:spLocks noChangeArrowheads="1"/>
            </p:cNvSpPr>
            <p:nvPr/>
          </p:nvSpPr>
          <p:spPr bwMode="auto">
            <a:xfrm>
              <a:off x="266" y="1837"/>
              <a:ext cx="8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800" b="1"/>
                <a:t>布函数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</p:grpSp>
      <p:grpSp>
        <p:nvGrpSpPr>
          <p:cNvPr id="533518" name="Group 14"/>
          <p:cNvGrpSpPr/>
          <p:nvPr/>
        </p:nvGrpSpPr>
        <p:grpSpPr bwMode="auto">
          <a:xfrm>
            <a:off x="1619250" y="2492375"/>
            <a:ext cx="3889375" cy="592138"/>
            <a:chOff x="1020" y="1823"/>
            <a:chExt cx="2450" cy="373"/>
          </a:xfrm>
        </p:grpSpPr>
        <p:sp>
          <p:nvSpPr>
            <p:cNvPr id="12302" name="Text Box 15"/>
            <p:cNvSpPr txBox="1">
              <a:spLocks noChangeArrowheads="1"/>
            </p:cNvSpPr>
            <p:nvPr/>
          </p:nvSpPr>
          <p:spPr bwMode="auto">
            <a:xfrm>
              <a:off x="1020" y="1823"/>
              <a:ext cx="10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accent2"/>
                  </a:solidFill>
                </a:rPr>
                <a:t>分别记为</a:t>
              </a:r>
              <a:endParaRPr lang="zh-CN" altLang="en-US" sz="28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2303" name="Object 16"/>
            <p:cNvGraphicFramePr>
              <a:graphicFrameLocks noChangeAspect="1"/>
            </p:cNvGraphicFramePr>
            <p:nvPr/>
          </p:nvGraphicFramePr>
          <p:xfrm>
            <a:off x="2046" y="1884"/>
            <a:ext cx="142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0" name="Equation" r:id="rId7" imgW="2181225" imgH="423545" progId="Equation.DSMT4">
                    <p:embed/>
                  </p:oleObj>
                </mc:Choice>
                <mc:Fallback>
                  <p:oleObj name="Equation" r:id="rId7" imgW="2181225" imgH="42354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6" y="1884"/>
                          <a:ext cx="142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3521" name="Object 17"/>
          <p:cNvGraphicFramePr>
            <a:graphicFrameLocks noChangeAspect="1"/>
          </p:cNvGraphicFramePr>
          <p:nvPr/>
        </p:nvGraphicFramePr>
        <p:xfrm>
          <a:off x="749300" y="4210050"/>
          <a:ext cx="2908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1" name="Equation" r:id="rId9" imgW="2828925" imgH="423545" progId="Equation.DSMT4">
                  <p:embed/>
                </p:oleObj>
              </mc:Choice>
              <mc:Fallback>
                <p:oleObj name="Equation" r:id="rId9" imgW="2828925" imgH="42354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4210050"/>
                        <a:ext cx="29083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3522" name="Group 18"/>
          <p:cNvGrpSpPr/>
          <p:nvPr/>
        </p:nvGrpSpPr>
        <p:grpSpPr bwMode="auto">
          <a:xfrm>
            <a:off x="461963" y="2530475"/>
            <a:ext cx="8208962" cy="1166813"/>
            <a:chOff x="295" y="1833"/>
            <a:chExt cx="5171" cy="735"/>
          </a:xfrm>
        </p:grpSpPr>
        <p:sp>
          <p:nvSpPr>
            <p:cNvPr id="12300" name="Rectangle 19"/>
            <p:cNvSpPr>
              <a:spLocks noChangeArrowheads="1"/>
            </p:cNvSpPr>
            <p:nvPr/>
          </p:nvSpPr>
          <p:spPr bwMode="auto">
            <a:xfrm>
              <a:off x="295" y="2241"/>
              <a:ext cx="50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变量 </a:t>
              </a:r>
              <a:r>
                <a:rPr lang="en-US" altLang="en-US" sz="2800" b="1"/>
                <a:t>(</a:t>
              </a:r>
              <a:r>
                <a:rPr lang="en-US" altLang="zh-CN" sz="2800" b="1"/>
                <a:t>X,Y)</a:t>
              </a:r>
              <a:r>
                <a:rPr lang="en-US" altLang="zh-CN" sz="2800" b="1">
                  <a:solidFill>
                    <a:schemeClr val="accent2"/>
                  </a:solidFill>
                </a:rPr>
                <a:t> </a:t>
              </a:r>
              <a:r>
                <a:rPr lang="zh-CN" altLang="en-US" sz="2800" b="1">
                  <a:solidFill>
                    <a:schemeClr val="accent2"/>
                  </a:solidFill>
                </a:rPr>
                <a:t>关于 </a:t>
              </a:r>
              <a:r>
                <a:rPr lang="en-US" altLang="zh-CN" sz="2800" b="1">
                  <a:solidFill>
                    <a:schemeClr val="accent2"/>
                  </a:solidFill>
                </a:rPr>
                <a:t>X </a:t>
              </a:r>
              <a:r>
                <a:rPr lang="zh-CN" altLang="en-US" sz="2800" b="1">
                  <a:solidFill>
                    <a:schemeClr val="accent2"/>
                  </a:solidFill>
                </a:rPr>
                <a:t>和 </a:t>
              </a:r>
              <a:r>
                <a:rPr lang="en-US" altLang="zh-CN" sz="2800" b="1">
                  <a:solidFill>
                    <a:schemeClr val="accent2"/>
                  </a:solidFill>
                </a:rPr>
                <a:t>Y</a:t>
              </a:r>
              <a:r>
                <a:rPr lang="zh-CN" altLang="en-US" sz="2800" b="1">
                  <a:solidFill>
                    <a:schemeClr val="accent2"/>
                  </a:solidFill>
                </a:rPr>
                <a:t>的边缘分布函数</a:t>
              </a:r>
              <a:r>
                <a:rPr lang="en-US" altLang="zh-CN" sz="2800" b="1">
                  <a:solidFill>
                    <a:schemeClr val="accent2"/>
                  </a:solidFill>
                </a:rPr>
                <a:t>.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  <p:sp>
          <p:nvSpPr>
            <p:cNvPr id="12301" name="Text Box 20"/>
            <p:cNvSpPr txBox="1">
              <a:spLocks noChangeArrowheads="1"/>
            </p:cNvSpPr>
            <p:nvPr/>
          </p:nvSpPr>
          <p:spPr bwMode="auto">
            <a:xfrm>
              <a:off x="3515" y="1833"/>
              <a:ext cx="19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依次称为二维随机</a:t>
              </a:r>
              <a:endParaRPr lang="zh-CN" altLang="en-US" sz="2800" b="1"/>
            </a:p>
          </p:txBody>
        </p:sp>
      </p:grpSp>
      <p:graphicFrame>
        <p:nvGraphicFramePr>
          <p:cNvPr id="533525" name="Object 21"/>
          <p:cNvGraphicFramePr>
            <a:graphicFrameLocks noChangeAspect="1"/>
          </p:cNvGraphicFramePr>
          <p:nvPr/>
        </p:nvGraphicFramePr>
        <p:xfrm>
          <a:off x="749300" y="4859338"/>
          <a:ext cx="7632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2" name="Equation" r:id="rId11" imgW="7553325" imgH="423545" progId="Equation.DSMT4">
                  <p:embed/>
                </p:oleObj>
              </mc:Choice>
              <mc:Fallback>
                <p:oleObj name="Equation" r:id="rId11" imgW="7553325" imgH="42354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300" y="4859338"/>
                        <a:ext cx="7632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22"/>
          <p:cNvSpPr txBox="1">
            <a:spLocks noChangeArrowheads="1"/>
          </p:cNvSpPr>
          <p:nvPr/>
        </p:nvSpPr>
        <p:spPr bwMode="auto">
          <a:xfrm>
            <a:off x="533400" y="457200"/>
            <a:ext cx="36734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边缘分布函数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33527" name="Object 23"/>
          <p:cNvGraphicFramePr>
            <a:graphicFrameLocks noChangeAspect="1"/>
          </p:cNvGraphicFramePr>
          <p:nvPr/>
        </p:nvGraphicFramePr>
        <p:xfrm>
          <a:off x="3659188" y="4202113"/>
          <a:ext cx="302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3" name="Equation" r:id="rId13" imgW="2943225" imgH="423545" progId="Equation.DSMT4">
                  <p:embed/>
                </p:oleObj>
              </mc:Choice>
              <mc:Fallback>
                <p:oleObj name="Equation" r:id="rId13" imgW="2943225" imgH="42354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4202113"/>
                        <a:ext cx="3022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28" name="Object 24"/>
          <p:cNvGraphicFramePr>
            <a:graphicFrameLocks noChangeAspect="1"/>
          </p:cNvGraphicFramePr>
          <p:nvPr/>
        </p:nvGraphicFramePr>
        <p:xfrm>
          <a:off x="6681788" y="4202113"/>
          <a:ext cx="1752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4" name="Equation" r:id="rId15" imgW="1676400" imgH="423545" progId="Equation.DSMT4">
                  <p:embed/>
                </p:oleObj>
              </mc:Choice>
              <mc:Fallback>
                <p:oleObj name="Equation" r:id="rId15" imgW="1676400" imgH="42354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8" y="4202113"/>
                        <a:ext cx="1752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33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3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3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3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3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06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866" name="Object 2"/>
          <p:cNvGraphicFramePr>
            <a:graphicFrameLocks noChangeAspect="1"/>
          </p:cNvGraphicFramePr>
          <p:nvPr/>
        </p:nvGraphicFramePr>
        <p:xfrm>
          <a:off x="1081088" y="4397375"/>
          <a:ext cx="36703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7" name="公式" r:id="rId1" imgW="1228725" imgH="163830" progId="Equation.3">
                  <p:embed/>
                </p:oleObj>
              </mc:Choice>
              <mc:Fallback>
                <p:oleObj name="公式" r:id="rId1" imgW="1228725" imgH="1638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4397375"/>
                        <a:ext cx="367030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67" name="Rectangle 3"/>
          <p:cNvSpPr>
            <a:spLocks noChangeArrowheads="1"/>
          </p:cNvSpPr>
          <p:nvPr/>
        </p:nvSpPr>
        <p:spPr bwMode="auto">
          <a:xfrm>
            <a:off x="498475" y="5840413"/>
            <a:ext cx="5280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或随机变量</a:t>
            </a:r>
            <a:r>
              <a:rPr lang="en-US" altLang="zh-CN" sz="2800" b="1" i="1"/>
              <a:t>X</a:t>
            </a:r>
            <a:r>
              <a:rPr lang="zh-CN" altLang="en-US" sz="2800" b="1"/>
              <a:t>和</a:t>
            </a:r>
            <a:r>
              <a:rPr lang="en-US" altLang="zh-CN" sz="2800" b="1" i="1"/>
              <a:t>Y </a:t>
            </a:r>
            <a:r>
              <a:rPr lang="zh-CN" altLang="en-US" sz="2800" b="1"/>
              <a:t>的</a:t>
            </a:r>
            <a:r>
              <a:rPr lang="zh-CN" altLang="en-US" sz="2800" b="1">
                <a:solidFill>
                  <a:schemeClr val="accent2"/>
                </a:solidFill>
              </a:rPr>
              <a:t>联合分布律</a:t>
            </a:r>
            <a:r>
              <a:rPr lang="en-US" altLang="zh-CN" sz="2800" b="1"/>
              <a:t>.  </a:t>
            </a:r>
            <a:endParaRPr lang="en-US" altLang="zh-CN" sz="2800" b="1"/>
          </a:p>
        </p:txBody>
      </p:sp>
      <p:sp>
        <p:nvSpPr>
          <p:cNvPr id="292868" name="AutoShape 4"/>
          <p:cNvSpPr>
            <a:spLocks noChangeArrowheads="1"/>
          </p:cNvSpPr>
          <p:nvPr/>
        </p:nvSpPr>
        <p:spPr bwMode="auto">
          <a:xfrm>
            <a:off x="5832475" y="1016000"/>
            <a:ext cx="3240088" cy="4248150"/>
          </a:xfrm>
          <a:prstGeom prst="wedgeRectCallout">
            <a:avLst>
              <a:gd name="adj1" fmla="val -51713"/>
              <a:gd name="adj2" fmla="val 32921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grpSp>
        <p:nvGrpSpPr>
          <p:cNvPr id="292869" name="Group 5"/>
          <p:cNvGrpSpPr/>
          <p:nvPr/>
        </p:nvGrpSpPr>
        <p:grpSpPr bwMode="auto">
          <a:xfrm>
            <a:off x="5973763" y="2565400"/>
            <a:ext cx="2449512" cy="1074738"/>
            <a:chOff x="3650" y="1629"/>
            <a:chExt cx="1543" cy="677"/>
          </a:xfrm>
        </p:grpSpPr>
        <p:graphicFrame>
          <p:nvGraphicFramePr>
            <p:cNvPr id="13349" name="Object 6"/>
            <p:cNvGraphicFramePr>
              <a:graphicFrameLocks noChangeAspect="1"/>
            </p:cNvGraphicFramePr>
            <p:nvPr/>
          </p:nvGraphicFramePr>
          <p:xfrm>
            <a:off x="3650" y="1629"/>
            <a:ext cx="1543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8" name="Equation" r:id="rId3" imgW="800100" imgH="154305" progId="Equation.DSMT4">
                    <p:embed/>
                  </p:oleObj>
                </mc:Choice>
                <mc:Fallback>
                  <p:oleObj name="Equation" r:id="rId3" imgW="800100" imgH="15430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0" y="1629"/>
                          <a:ext cx="1543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0" name="Rectangle 7"/>
            <p:cNvSpPr>
              <a:spLocks noChangeArrowheads="1"/>
            </p:cNvSpPr>
            <p:nvPr/>
          </p:nvSpPr>
          <p:spPr bwMode="auto">
            <a:xfrm>
              <a:off x="3891" y="1979"/>
              <a:ext cx="9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chemeClr val="accent2"/>
                  </a:solidFill>
                </a:rPr>
                <a:t>k</a:t>
              </a:r>
              <a:r>
                <a:rPr lang="en-US" altLang="zh-CN" sz="2800" b="1">
                  <a:solidFill>
                    <a:schemeClr val="accent2"/>
                  </a:solidFill>
                </a:rPr>
                <a:t>=1,2, …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</p:grpSp>
      <p:grpSp>
        <p:nvGrpSpPr>
          <p:cNvPr id="292872" name="Group 8"/>
          <p:cNvGrpSpPr/>
          <p:nvPr/>
        </p:nvGrpSpPr>
        <p:grpSpPr bwMode="auto">
          <a:xfrm>
            <a:off x="5940425" y="1125538"/>
            <a:ext cx="2935288" cy="985837"/>
            <a:chOff x="3616" y="699"/>
            <a:chExt cx="1849" cy="621"/>
          </a:xfrm>
        </p:grpSpPr>
        <p:sp>
          <p:nvSpPr>
            <p:cNvPr id="13347" name="Rectangle 9"/>
            <p:cNvSpPr>
              <a:spLocks noChangeArrowheads="1"/>
            </p:cNvSpPr>
            <p:nvPr/>
          </p:nvSpPr>
          <p:spPr bwMode="auto">
            <a:xfrm>
              <a:off x="4120" y="993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离散型</a:t>
              </a:r>
              <a:endParaRPr lang="zh-CN" altLang="en-US" sz="2800" b="1"/>
            </a:p>
          </p:txBody>
        </p:sp>
        <p:sp>
          <p:nvSpPr>
            <p:cNvPr id="13348" name="Rectangle 10"/>
            <p:cNvSpPr>
              <a:spLocks noChangeArrowheads="1"/>
            </p:cNvSpPr>
            <p:nvPr/>
          </p:nvSpPr>
          <p:spPr bwMode="auto">
            <a:xfrm>
              <a:off x="3616" y="699"/>
              <a:ext cx="1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一维随机变量</a:t>
              </a:r>
              <a:r>
                <a:rPr lang="en-US" altLang="zh-CN" sz="2800" b="1" i="1"/>
                <a:t>X</a:t>
              </a:r>
              <a:endParaRPr lang="en-US" altLang="zh-CN" sz="2800" b="1"/>
            </a:p>
          </p:txBody>
        </p:sp>
      </p:grpSp>
      <p:sp>
        <p:nvSpPr>
          <p:cNvPr id="292875" name="Rectangle 11"/>
          <p:cNvSpPr>
            <a:spLocks noChangeArrowheads="1"/>
          </p:cNvSpPr>
          <p:nvPr/>
        </p:nvSpPr>
        <p:spPr bwMode="auto">
          <a:xfrm>
            <a:off x="6026150" y="2039938"/>
            <a:ext cx="2116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X </a:t>
            </a:r>
            <a:r>
              <a:rPr lang="zh-CN" altLang="en-US" sz="2800" b="1"/>
              <a:t>的分布律  </a:t>
            </a:r>
            <a:endParaRPr lang="zh-CN" altLang="en-US" sz="2800" b="1"/>
          </a:p>
        </p:txBody>
      </p:sp>
      <p:grpSp>
        <p:nvGrpSpPr>
          <p:cNvPr id="292876" name="Group 12"/>
          <p:cNvGrpSpPr/>
          <p:nvPr/>
        </p:nvGrpSpPr>
        <p:grpSpPr bwMode="auto">
          <a:xfrm>
            <a:off x="5800725" y="3722688"/>
            <a:ext cx="3343275" cy="1541462"/>
            <a:chOff x="3541" y="2358"/>
            <a:chExt cx="2106" cy="971"/>
          </a:xfrm>
        </p:grpSpPr>
        <p:graphicFrame>
          <p:nvGraphicFramePr>
            <p:cNvPr id="13343" name="Object 13"/>
            <p:cNvGraphicFramePr>
              <a:graphicFrameLocks noChangeAspect="1"/>
            </p:cNvGraphicFramePr>
            <p:nvPr/>
          </p:nvGraphicFramePr>
          <p:xfrm>
            <a:off x="3833" y="2358"/>
            <a:ext cx="806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9" name="公式" r:id="rId5" imgW="390525" imgH="154305" progId="Equation.3">
                    <p:embed/>
                  </p:oleObj>
                </mc:Choice>
                <mc:Fallback>
                  <p:oleObj name="公式" r:id="rId5" imgW="390525" imgH="15430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358"/>
                          <a:ext cx="806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14"/>
            <p:cNvGraphicFramePr>
              <a:graphicFrameLocks noChangeAspect="1"/>
            </p:cNvGraphicFramePr>
            <p:nvPr/>
          </p:nvGraphicFramePr>
          <p:xfrm>
            <a:off x="3833" y="2738"/>
            <a:ext cx="902" cy="5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0" name="公式" r:id="rId7" imgW="447675" imgH="269240" progId="Equation.3">
                    <p:embed/>
                  </p:oleObj>
                </mc:Choice>
                <mc:Fallback>
                  <p:oleObj name="公式" r:id="rId7" imgW="447675" imgH="26924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2738"/>
                          <a:ext cx="902" cy="5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5" name="Rectangle 15"/>
            <p:cNvSpPr>
              <a:spLocks noChangeArrowheads="1"/>
            </p:cNvSpPr>
            <p:nvPr/>
          </p:nvSpPr>
          <p:spPr bwMode="auto">
            <a:xfrm>
              <a:off x="4675" y="2378"/>
              <a:ext cx="97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chemeClr val="accent2"/>
                  </a:solidFill>
                </a:rPr>
                <a:t>k</a:t>
              </a:r>
              <a:r>
                <a:rPr lang="en-US" altLang="zh-CN" sz="2800" b="1">
                  <a:solidFill>
                    <a:schemeClr val="accent2"/>
                  </a:solidFill>
                </a:rPr>
                <a:t>=1,2, …</a:t>
              </a:r>
              <a:endParaRPr lang="en-US" altLang="zh-CN" sz="2800" b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3346" name="Object 16"/>
            <p:cNvGraphicFramePr>
              <a:graphicFrameLocks noChangeAspect="1"/>
            </p:cNvGraphicFramePr>
            <p:nvPr/>
          </p:nvGraphicFramePr>
          <p:xfrm>
            <a:off x="3541" y="2383"/>
            <a:ext cx="337" cy="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1" name="公式" r:id="rId9" imgW="114300" imgH="384810" progId="Equation.3">
                    <p:embed/>
                  </p:oleObj>
                </mc:Choice>
                <mc:Fallback>
                  <p:oleObj name="公式" r:id="rId9" imgW="114300" imgH="38481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2383"/>
                          <a:ext cx="337" cy="8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2881" name="Text Box 17"/>
          <p:cNvSpPr txBox="1">
            <a:spLocks noChangeArrowheads="1"/>
          </p:cNvSpPr>
          <p:nvPr/>
        </p:nvSpPr>
        <p:spPr bwMode="auto">
          <a:xfrm>
            <a:off x="1222375" y="769938"/>
            <a:ext cx="1225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292882" name="Text Box 18"/>
          <p:cNvSpPr txBox="1">
            <a:spLocks noChangeArrowheads="1"/>
          </p:cNvSpPr>
          <p:nvPr/>
        </p:nvSpPr>
        <p:spPr bwMode="auto">
          <a:xfrm>
            <a:off x="503238" y="1873250"/>
            <a:ext cx="4897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的值是有限对或可列无限多对</a:t>
            </a:r>
            <a:r>
              <a:rPr lang="en-US" altLang="zh-CN" sz="2800" b="1"/>
              <a:t>,</a:t>
            </a:r>
            <a:endParaRPr lang="en-US" altLang="zh-CN" sz="2800" b="1"/>
          </a:p>
        </p:txBody>
      </p:sp>
      <p:grpSp>
        <p:nvGrpSpPr>
          <p:cNvPr id="292883" name="Group 19"/>
          <p:cNvGrpSpPr/>
          <p:nvPr/>
        </p:nvGrpSpPr>
        <p:grpSpPr bwMode="auto">
          <a:xfrm>
            <a:off x="503238" y="2425700"/>
            <a:ext cx="5040312" cy="534988"/>
            <a:chOff x="204" y="1642"/>
            <a:chExt cx="3175" cy="337"/>
          </a:xfrm>
        </p:grpSpPr>
        <p:sp>
          <p:nvSpPr>
            <p:cNvPr id="13340" name="Rectangle 20"/>
            <p:cNvSpPr>
              <a:spLocks noChangeArrowheads="1"/>
            </p:cNvSpPr>
            <p:nvPr/>
          </p:nvSpPr>
          <p:spPr bwMode="auto">
            <a:xfrm>
              <a:off x="1338" y="1642"/>
              <a:ext cx="20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</a:t>
              </a:r>
              <a:r>
                <a:rPr lang="zh-CN" altLang="en-US" sz="2800" b="1">
                  <a:solidFill>
                    <a:schemeClr val="accent2"/>
                  </a:solidFill>
                </a:rPr>
                <a:t>离散型随机变量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  <p:sp>
          <p:nvSpPr>
            <p:cNvPr id="13341" name="Text Box 21"/>
            <p:cNvSpPr txBox="1">
              <a:spLocks noChangeArrowheads="1"/>
            </p:cNvSpPr>
            <p:nvPr/>
          </p:nvSpPr>
          <p:spPr bwMode="auto">
            <a:xfrm>
              <a:off x="204" y="164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则称</a:t>
              </a:r>
              <a:endParaRPr lang="zh-CN" altLang="en-US" sz="2800" b="1"/>
            </a:p>
          </p:txBody>
        </p:sp>
        <p:graphicFrame>
          <p:nvGraphicFramePr>
            <p:cNvPr id="13342" name="Object 22"/>
            <p:cNvGraphicFramePr>
              <a:graphicFrameLocks noChangeAspect="1"/>
            </p:cNvGraphicFramePr>
            <p:nvPr/>
          </p:nvGraphicFramePr>
          <p:xfrm>
            <a:off x="749" y="1667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2" name="Equation" r:id="rId11" imgW="942975" imgH="423545" progId="Equation.DSMT4">
                    <p:embed/>
                  </p:oleObj>
                </mc:Choice>
                <mc:Fallback>
                  <p:oleObj name="Equation" r:id="rId11" imgW="942975" imgH="423545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" y="1667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2887" name="Rectangle 23"/>
          <p:cNvSpPr>
            <a:spLocks noChangeArrowheads="1"/>
          </p:cNvSpPr>
          <p:nvPr/>
        </p:nvSpPr>
        <p:spPr bwMode="auto">
          <a:xfrm>
            <a:off x="1293813" y="2944813"/>
            <a:ext cx="3817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设二维离散型随机变量</a:t>
            </a:r>
            <a:endParaRPr lang="zh-CN" altLang="en-US" sz="2800" b="1"/>
          </a:p>
        </p:txBody>
      </p:sp>
      <p:grpSp>
        <p:nvGrpSpPr>
          <p:cNvPr id="292888" name="Group 24"/>
          <p:cNvGrpSpPr/>
          <p:nvPr/>
        </p:nvGrpSpPr>
        <p:grpSpPr bwMode="auto">
          <a:xfrm>
            <a:off x="495300" y="3489325"/>
            <a:ext cx="4529138" cy="622300"/>
            <a:chOff x="199" y="2312"/>
            <a:chExt cx="2853" cy="392"/>
          </a:xfrm>
        </p:grpSpPr>
        <p:graphicFrame>
          <p:nvGraphicFramePr>
            <p:cNvPr id="13337" name="Object 25"/>
            <p:cNvGraphicFramePr>
              <a:graphicFrameLocks noChangeAspect="1"/>
            </p:cNvGraphicFramePr>
            <p:nvPr/>
          </p:nvGraphicFramePr>
          <p:xfrm>
            <a:off x="199" y="2347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3" name="Equation" r:id="rId13" imgW="942975" imgH="423545" progId="Equation.DSMT4">
                    <p:embed/>
                  </p:oleObj>
                </mc:Choice>
                <mc:Fallback>
                  <p:oleObj name="Equation" r:id="rId13" imgW="942975" imgH="423545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" y="2347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8" name="Text Box 26"/>
            <p:cNvSpPr txBox="1">
              <a:spLocks noChangeArrowheads="1"/>
            </p:cNvSpPr>
            <p:nvPr/>
          </p:nvSpPr>
          <p:spPr bwMode="auto">
            <a:xfrm>
              <a:off x="793" y="2312"/>
              <a:ext cx="1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可能取的值是</a:t>
              </a:r>
              <a:endParaRPr lang="zh-CN" altLang="en-US" sz="2800" b="1"/>
            </a:p>
          </p:txBody>
        </p:sp>
        <p:graphicFrame>
          <p:nvGraphicFramePr>
            <p:cNvPr id="13339" name="Object 27"/>
            <p:cNvGraphicFramePr>
              <a:graphicFrameLocks noChangeAspect="1"/>
            </p:cNvGraphicFramePr>
            <p:nvPr/>
          </p:nvGraphicFramePr>
          <p:xfrm>
            <a:off x="2268" y="2312"/>
            <a:ext cx="78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4" name="Equation" r:id="rId15" imgW="1171575" imgH="548640" progId="Equation.DSMT4">
                    <p:embed/>
                  </p:oleObj>
                </mc:Choice>
                <mc:Fallback>
                  <p:oleObj name="Equation" r:id="rId15" imgW="1171575" imgH="54864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8" y="2312"/>
                          <a:ext cx="784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2892" name="Object 28"/>
          <p:cNvGraphicFramePr>
            <a:graphicFrameLocks noChangeAspect="1"/>
          </p:cNvGraphicFramePr>
          <p:nvPr/>
        </p:nvGraphicFramePr>
        <p:xfrm>
          <a:off x="503238" y="4078288"/>
          <a:ext cx="1816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5" name="Equation" r:id="rId17" imgW="1743075" imgH="317500" progId="Equation.DSMT4">
                  <p:embed/>
                </p:oleObj>
              </mc:Choice>
              <mc:Fallback>
                <p:oleObj name="Equation" r:id="rId17" imgW="1743075" imgH="317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238" y="4078288"/>
                        <a:ext cx="1816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893" name="Object 29"/>
          <p:cNvGraphicFramePr>
            <a:graphicFrameLocks noChangeAspect="1"/>
          </p:cNvGraphicFramePr>
          <p:nvPr/>
        </p:nvGraphicFramePr>
        <p:xfrm>
          <a:off x="2144713" y="5014913"/>
          <a:ext cx="170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6" name="Equation" r:id="rId19" imgW="1628775" imgH="317500" progId="Equation.DSMT4">
                  <p:embed/>
                </p:oleObj>
              </mc:Choice>
              <mc:Fallback>
                <p:oleObj name="Equation" r:id="rId19" imgW="1628775" imgH="3175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4713" y="5014913"/>
                        <a:ext cx="1701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894" name="Text Box 30"/>
          <p:cNvSpPr txBox="1">
            <a:spLocks noChangeArrowheads="1"/>
          </p:cNvSpPr>
          <p:nvPr/>
        </p:nvSpPr>
        <p:spPr bwMode="auto">
          <a:xfrm>
            <a:off x="2232025" y="3943350"/>
            <a:ext cx="576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记</a:t>
            </a:r>
            <a:endParaRPr lang="zh-CN" altLang="en-US" sz="2800" b="1"/>
          </a:p>
        </p:txBody>
      </p:sp>
      <p:sp>
        <p:nvSpPr>
          <p:cNvPr id="292895" name="Rectangle 31"/>
          <p:cNvSpPr>
            <a:spLocks noChangeArrowheads="1"/>
          </p:cNvSpPr>
          <p:nvPr/>
        </p:nvSpPr>
        <p:spPr bwMode="auto">
          <a:xfrm>
            <a:off x="2232025" y="754063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如果二维随机变量</a:t>
            </a:r>
            <a:endParaRPr lang="zh-CN" altLang="en-US" sz="2800" b="1"/>
          </a:p>
        </p:txBody>
      </p:sp>
      <p:grpSp>
        <p:nvGrpSpPr>
          <p:cNvPr id="292896" name="Group 32"/>
          <p:cNvGrpSpPr/>
          <p:nvPr/>
        </p:nvGrpSpPr>
        <p:grpSpPr bwMode="auto">
          <a:xfrm>
            <a:off x="576263" y="1346200"/>
            <a:ext cx="4967287" cy="533400"/>
            <a:chOff x="250" y="962"/>
            <a:chExt cx="2993" cy="336"/>
          </a:xfrm>
        </p:grpSpPr>
        <p:graphicFrame>
          <p:nvGraphicFramePr>
            <p:cNvPr id="13335" name="Object 33"/>
            <p:cNvGraphicFramePr>
              <a:graphicFrameLocks noChangeAspect="1"/>
            </p:cNvGraphicFramePr>
            <p:nvPr/>
          </p:nvGraphicFramePr>
          <p:xfrm>
            <a:off x="250" y="986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7" name="Equation" r:id="rId21" imgW="942975" imgH="423545" progId="Equation.DSMT4">
                    <p:embed/>
                  </p:oleObj>
                </mc:Choice>
                <mc:Fallback>
                  <p:oleObj name="Equation" r:id="rId21" imgW="942975" imgH="423545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" y="986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Text Box 34"/>
            <p:cNvSpPr txBox="1">
              <a:spLocks noChangeArrowheads="1"/>
            </p:cNvSpPr>
            <p:nvPr/>
          </p:nvSpPr>
          <p:spPr bwMode="auto">
            <a:xfrm>
              <a:off x="885" y="962"/>
              <a:ext cx="23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全部可能取到的不相同</a:t>
              </a:r>
              <a:endParaRPr lang="zh-CN" altLang="en-US" sz="2800" b="1"/>
            </a:p>
          </p:txBody>
        </p:sp>
      </p:grpSp>
      <p:grpSp>
        <p:nvGrpSpPr>
          <p:cNvPr id="292899" name="Group 35"/>
          <p:cNvGrpSpPr/>
          <p:nvPr/>
        </p:nvGrpSpPr>
        <p:grpSpPr bwMode="auto">
          <a:xfrm>
            <a:off x="503238" y="5351463"/>
            <a:ext cx="8135937" cy="560387"/>
            <a:chOff x="204" y="3485"/>
            <a:chExt cx="5125" cy="353"/>
          </a:xfrm>
        </p:grpSpPr>
        <p:sp>
          <p:nvSpPr>
            <p:cNvPr id="13333" name="Rectangle 36"/>
            <p:cNvSpPr>
              <a:spLocks noChangeArrowheads="1"/>
            </p:cNvSpPr>
            <p:nvPr/>
          </p:nvSpPr>
          <p:spPr bwMode="auto">
            <a:xfrm>
              <a:off x="204" y="3485"/>
              <a:ext cx="512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称之为二维离散型随机变量            的</a:t>
              </a:r>
              <a:r>
                <a:rPr lang="zh-CN" altLang="en-US" sz="2800" b="1">
                  <a:solidFill>
                    <a:schemeClr val="accent2"/>
                  </a:solidFill>
                </a:rPr>
                <a:t>分布律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  <p:graphicFrame>
          <p:nvGraphicFramePr>
            <p:cNvPr id="13334" name="Object 37"/>
            <p:cNvGraphicFramePr>
              <a:graphicFrameLocks noChangeAspect="1"/>
            </p:cNvGraphicFramePr>
            <p:nvPr/>
          </p:nvGraphicFramePr>
          <p:xfrm>
            <a:off x="2971" y="3526"/>
            <a:ext cx="64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38" name="Equation" r:id="rId23" imgW="942975" imgH="423545" progId="Equation.DSMT4">
                    <p:embed/>
                  </p:oleObj>
                </mc:Choice>
                <mc:Fallback>
                  <p:oleObj name="Equation" r:id="rId23" imgW="942975" imgH="423545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1" y="3526"/>
                          <a:ext cx="64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32" name="Text Box 38"/>
          <p:cNvSpPr txBox="1">
            <a:spLocks noChangeArrowheads="1"/>
          </p:cNvSpPr>
          <p:nvPr/>
        </p:nvSpPr>
        <p:spPr bwMode="auto">
          <a:xfrm>
            <a:off x="503238" y="152400"/>
            <a:ext cx="475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二、二维离散型随机变量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9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9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9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67" grpId="0" bldLvl="0" animBg="1" autoUpdateAnimBg="0"/>
      <p:bldP spid="292868" grpId="0" bldLvl="0" animBg="1" autoUpdateAnimBg="0"/>
      <p:bldP spid="292875" grpId="0" bldLvl="0" animBg="1" autoUpdateAnimBg="0"/>
      <p:bldP spid="292881" grpId="0" bldLvl="0" animBg="1" autoUpdateAnimBg="0"/>
      <p:bldP spid="292882" grpId="0" bldLvl="0" animBg="1" autoUpdateAnimBg="0"/>
      <p:bldP spid="292887" grpId="0" bldLvl="0" animBg="1" autoUpdateAnimBg="0"/>
      <p:bldP spid="292894" grpId="0" bldLvl="0" animBg="1" autoUpdateAnimBg="0"/>
      <p:bldP spid="292895" grpId="0" bldLvl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3890" name="Object 2"/>
          <p:cNvGraphicFramePr>
            <a:graphicFrameLocks noChangeAspect="1"/>
          </p:cNvGraphicFramePr>
          <p:nvPr/>
        </p:nvGraphicFramePr>
        <p:xfrm>
          <a:off x="2484438" y="2708275"/>
          <a:ext cx="3532187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7" name="公式" r:id="rId1" imgW="1181100" imgH="539115" progId="Equation.3">
                  <p:embed/>
                </p:oleObj>
              </mc:Choice>
              <mc:Fallback>
                <p:oleObj name="公式" r:id="rId1" imgW="1181100" imgH="53911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3532187" cy="171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898525" y="1789113"/>
            <a:ext cx="7561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二维离散型随机变量            的</a:t>
            </a:r>
            <a:r>
              <a:rPr lang="zh-CN" altLang="en-US" sz="2800" b="1">
                <a:solidFill>
                  <a:schemeClr val="accent2"/>
                </a:solidFill>
              </a:rPr>
              <a:t>分布律</a:t>
            </a:r>
            <a:r>
              <a:rPr lang="zh-CN" altLang="en-US" sz="2800" b="1">
                <a:solidFill>
                  <a:schemeClr val="tx2"/>
                </a:solidFill>
              </a:rPr>
              <a:t>具有性质</a:t>
            </a:r>
            <a:endParaRPr lang="zh-CN" altLang="en-US" sz="2800" b="1">
              <a:solidFill>
                <a:schemeClr val="tx2"/>
              </a:solidFill>
            </a:endParaRP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4210050" y="1792288"/>
          <a:ext cx="1016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88" name="Equation" r:id="rId3" imgW="942975" imgH="423545" progId="Equation.DSMT4">
                  <p:embed/>
                </p:oleObj>
              </mc:Choice>
              <mc:Fallback>
                <p:oleObj name="Equation" r:id="rId3" imgW="942975" imgH="4235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0050" y="1792288"/>
                        <a:ext cx="10160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755650" y="692150"/>
            <a:ext cx="669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楷体_GB2312" pitchFamily="49" charset="-122"/>
              </a:rPr>
              <a:t>分布律的</a:t>
            </a:r>
            <a:r>
              <a:rPr lang="zh-CN" altLang="en-US" sz="2800" b="1">
                <a:solidFill>
                  <a:srgbClr val="000099"/>
                </a:solidFill>
                <a:ea typeface="楷体_GB2312" pitchFamily="49" charset="-122"/>
              </a:rPr>
              <a:t>表格表示</a:t>
            </a:r>
            <a:endParaRPr lang="zh-CN" altLang="en-US" sz="2800" b="1">
              <a:solidFill>
                <a:srgbClr val="000099"/>
              </a:solidFill>
              <a:ea typeface="楷体_GB2312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577850" y="1341438"/>
            <a:ext cx="8242300" cy="4711700"/>
            <a:chOff x="568" y="906"/>
            <a:chExt cx="5192" cy="2968"/>
          </a:xfrm>
        </p:grpSpPr>
        <p:sp>
          <p:nvSpPr>
            <p:cNvPr id="15364" name="Rectangle 4"/>
            <p:cNvSpPr>
              <a:spLocks noChangeArrowheads="1"/>
            </p:cNvSpPr>
            <p:nvPr/>
          </p:nvSpPr>
          <p:spPr bwMode="auto">
            <a:xfrm>
              <a:off x="583" y="906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100">
                  <a:solidFill>
                    <a:srgbClr val="000000"/>
                  </a:solidFill>
                </a:rPr>
                <a:t> </a:t>
              </a:r>
              <a:endParaRPr lang="en-US" altLang="zh-CN" sz="2800" b="1"/>
            </a:p>
          </p:txBody>
        </p:sp>
        <p:sp>
          <p:nvSpPr>
            <p:cNvPr id="15365" name="Rectangle 5"/>
            <p:cNvSpPr>
              <a:spLocks noChangeArrowheads="1"/>
            </p:cNvSpPr>
            <p:nvPr/>
          </p:nvSpPr>
          <p:spPr bwMode="auto">
            <a:xfrm>
              <a:off x="832" y="1044"/>
              <a:ext cx="16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 </a:t>
              </a:r>
              <a:endParaRPr lang="en-US" altLang="zh-CN" sz="2800" b="1"/>
            </a:p>
          </p:txBody>
        </p:sp>
        <p:sp>
          <p:nvSpPr>
            <p:cNvPr id="15366" name="Rectangle 6"/>
            <p:cNvSpPr>
              <a:spLocks noChangeArrowheads="1"/>
            </p:cNvSpPr>
            <p:nvPr/>
          </p:nvSpPr>
          <p:spPr bwMode="auto">
            <a:xfrm>
              <a:off x="1093" y="1074"/>
              <a:ext cx="129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900" i="1">
                  <a:solidFill>
                    <a:srgbClr val="000000"/>
                  </a:solidFill>
                </a:rPr>
                <a:t>Y</a:t>
              </a:r>
              <a:endParaRPr lang="en-US" altLang="zh-CN" sz="2800" b="1"/>
            </a:p>
          </p:txBody>
        </p:sp>
        <p:sp>
          <p:nvSpPr>
            <p:cNvPr id="15367" name="Rectangle 7"/>
            <p:cNvSpPr>
              <a:spLocks noChangeArrowheads="1"/>
            </p:cNvSpPr>
            <p:nvPr/>
          </p:nvSpPr>
          <p:spPr bwMode="auto">
            <a:xfrm>
              <a:off x="1297" y="104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68" name="Rectangle 8"/>
            <p:cNvSpPr>
              <a:spLocks noChangeArrowheads="1"/>
            </p:cNvSpPr>
            <p:nvPr/>
          </p:nvSpPr>
          <p:spPr bwMode="auto">
            <a:xfrm>
              <a:off x="720" y="1380"/>
              <a:ext cx="14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900" i="1">
                  <a:solidFill>
                    <a:srgbClr val="000000"/>
                  </a:solidFill>
                </a:rPr>
                <a:t>X</a:t>
              </a:r>
              <a:endParaRPr lang="en-US" altLang="zh-CN" sz="2800" b="1"/>
            </a:p>
          </p:txBody>
        </p:sp>
        <p:sp>
          <p:nvSpPr>
            <p:cNvPr id="15369" name="Rectangle 9"/>
            <p:cNvSpPr>
              <a:spLocks noChangeArrowheads="1"/>
            </p:cNvSpPr>
            <p:nvPr/>
          </p:nvSpPr>
          <p:spPr bwMode="auto">
            <a:xfrm>
              <a:off x="1195" y="135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70" name="Group 10"/>
            <p:cNvGrpSpPr/>
            <p:nvPr/>
          </p:nvGrpSpPr>
          <p:grpSpPr bwMode="auto">
            <a:xfrm>
              <a:off x="1829" y="1178"/>
              <a:ext cx="138" cy="306"/>
              <a:chOff x="1829" y="1178"/>
              <a:chExt cx="138" cy="306"/>
            </a:xfrm>
          </p:grpSpPr>
          <p:sp>
            <p:nvSpPr>
              <p:cNvPr id="15479" name="Rectangle 11"/>
              <p:cNvSpPr>
                <a:spLocks noChangeArrowheads="1"/>
              </p:cNvSpPr>
              <p:nvPr/>
            </p:nvSpPr>
            <p:spPr bwMode="auto">
              <a:xfrm>
                <a:off x="1899" y="1321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</a:t>
                </a:r>
                <a:endParaRPr lang="en-US" altLang="zh-CN" sz="2800" b="1"/>
              </a:p>
            </p:txBody>
          </p:sp>
          <p:sp>
            <p:nvSpPr>
              <p:cNvPr id="15480" name="Rectangle 12"/>
              <p:cNvSpPr>
                <a:spLocks noChangeArrowheads="1"/>
              </p:cNvSpPr>
              <p:nvPr/>
            </p:nvSpPr>
            <p:spPr bwMode="auto">
              <a:xfrm>
                <a:off x="1829" y="1178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y</a:t>
                </a:r>
                <a:endParaRPr lang="en-US" altLang="zh-CN" sz="2800" b="1"/>
              </a:p>
            </p:txBody>
          </p:sp>
        </p:grpSp>
        <p:sp>
          <p:nvSpPr>
            <p:cNvPr id="15371" name="Rectangle 13"/>
            <p:cNvSpPr>
              <a:spLocks noChangeArrowheads="1"/>
            </p:cNvSpPr>
            <p:nvPr/>
          </p:nvSpPr>
          <p:spPr bwMode="auto">
            <a:xfrm>
              <a:off x="2034" y="118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72" name="Group 14"/>
            <p:cNvGrpSpPr/>
            <p:nvPr/>
          </p:nvGrpSpPr>
          <p:grpSpPr bwMode="auto">
            <a:xfrm>
              <a:off x="2680" y="1178"/>
              <a:ext cx="154" cy="306"/>
              <a:chOff x="2680" y="1178"/>
              <a:chExt cx="154" cy="306"/>
            </a:xfrm>
          </p:grpSpPr>
          <p:sp>
            <p:nvSpPr>
              <p:cNvPr id="15477" name="Rectangle 15"/>
              <p:cNvSpPr>
                <a:spLocks noChangeArrowheads="1"/>
              </p:cNvSpPr>
              <p:nvPr/>
            </p:nvSpPr>
            <p:spPr bwMode="auto">
              <a:xfrm>
                <a:off x="2766" y="1321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</a:t>
                </a:r>
                <a:endParaRPr lang="en-US" altLang="zh-CN" sz="2800" b="1"/>
              </a:p>
            </p:txBody>
          </p:sp>
          <p:sp>
            <p:nvSpPr>
              <p:cNvPr id="15478" name="Rectangle 16"/>
              <p:cNvSpPr>
                <a:spLocks noChangeArrowheads="1"/>
              </p:cNvSpPr>
              <p:nvPr/>
            </p:nvSpPr>
            <p:spPr bwMode="auto">
              <a:xfrm>
                <a:off x="2680" y="1178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y</a:t>
                </a:r>
                <a:endParaRPr lang="en-US" altLang="zh-CN" sz="2800" b="1"/>
              </a:p>
            </p:txBody>
          </p:sp>
        </p:grpSp>
        <p:sp>
          <p:nvSpPr>
            <p:cNvPr id="15373" name="Rectangle 17"/>
            <p:cNvSpPr>
              <a:spLocks noChangeArrowheads="1"/>
            </p:cNvSpPr>
            <p:nvPr/>
          </p:nvSpPr>
          <p:spPr bwMode="auto">
            <a:xfrm>
              <a:off x="2903" y="118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74" name="Rectangle 18"/>
            <p:cNvSpPr>
              <a:spLocks noChangeArrowheads="1"/>
            </p:cNvSpPr>
            <p:nvPr/>
          </p:nvSpPr>
          <p:spPr bwMode="auto">
            <a:xfrm>
              <a:off x="3505" y="1194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375" name="Rectangle 19"/>
            <p:cNvSpPr>
              <a:spLocks noChangeArrowheads="1"/>
            </p:cNvSpPr>
            <p:nvPr/>
          </p:nvSpPr>
          <p:spPr bwMode="auto">
            <a:xfrm>
              <a:off x="3754" y="1158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76" name="Group 20"/>
            <p:cNvGrpSpPr/>
            <p:nvPr/>
          </p:nvGrpSpPr>
          <p:grpSpPr bwMode="auto">
            <a:xfrm>
              <a:off x="4393" y="1183"/>
              <a:ext cx="151" cy="307"/>
              <a:chOff x="4393" y="1183"/>
              <a:chExt cx="151" cy="307"/>
            </a:xfrm>
          </p:grpSpPr>
          <p:sp>
            <p:nvSpPr>
              <p:cNvPr id="15475" name="Rectangle 21"/>
              <p:cNvSpPr>
                <a:spLocks noChangeArrowheads="1"/>
              </p:cNvSpPr>
              <p:nvPr/>
            </p:nvSpPr>
            <p:spPr bwMode="auto">
              <a:xfrm>
                <a:off x="4506" y="1327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j</a:t>
                </a:r>
                <a:endParaRPr lang="en-US" altLang="zh-CN" sz="2800" b="1"/>
              </a:p>
            </p:txBody>
          </p:sp>
          <p:sp>
            <p:nvSpPr>
              <p:cNvPr id="15476" name="Rectangle 22"/>
              <p:cNvSpPr>
                <a:spLocks noChangeArrowheads="1"/>
              </p:cNvSpPr>
              <p:nvPr/>
            </p:nvSpPr>
            <p:spPr bwMode="auto">
              <a:xfrm>
                <a:off x="4393" y="1183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y</a:t>
                </a:r>
                <a:endParaRPr lang="en-US" altLang="zh-CN" sz="2800" b="1"/>
              </a:p>
            </p:txBody>
          </p:sp>
        </p:grpSp>
        <p:sp>
          <p:nvSpPr>
            <p:cNvPr id="15377" name="Rectangle 23"/>
            <p:cNvSpPr>
              <a:spLocks noChangeArrowheads="1"/>
            </p:cNvSpPr>
            <p:nvPr/>
          </p:nvSpPr>
          <p:spPr bwMode="auto">
            <a:xfrm>
              <a:off x="4617" y="121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78" name="Rectangle 24"/>
            <p:cNvSpPr>
              <a:spLocks noChangeArrowheads="1"/>
            </p:cNvSpPr>
            <p:nvPr/>
          </p:nvSpPr>
          <p:spPr bwMode="auto">
            <a:xfrm>
              <a:off x="5225" y="1194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379" name="Rectangle 25"/>
            <p:cNvSpPr>
              <a:spLocks noChangeArrowheads="1"/>
            </p:cNvSpPr>
            <p:nvPr/>
          </p:nvSpPr>
          <p:spPr bwMode="auto">
            <a:xfrm>
              <a:off x="5474" y="1158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80" name="Line 26"/>
            <p:cNvSpPr>
              <a:spLocks noChangeShapeType="1"/>
            </p:cNvSpPr>
            <p:nvPr/>
          </p:nvSpPr>
          <p:spPr bwMode="auto">
            <a:xfrm>
              <a:off x="576" y="1014"/>
              <a:ext cx="833" cy="61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81" name="Group 27"/>
            <p:cNvGrpSpPr/>
            <p:nvPr/>
          </p:nvGrpSpPr>
          <p:grpSpPr bwMode="auto">
            <a:xfrm>
              <a:off x="979" y="1676"/>
              <a:ext cx="135" cy="306"/>
              <a:chOff x="979" y="1676"/>
              <a:chExt cx="135" cy="306"/>
            </a:xfrm>
          </p:grpSpPr>
          <p:sp>
            <p:nvSpPr>
              <p:cNvPr id="15473" name="Rectangle 28"/>
              <p:cNvSpPr>
                <a:spLocks noChangeArrowheads="1"/>
              </p:cNvSpPr>
              <p:nvPr/>
            </p:nvSpPr>
            <p:spPr bwMode="auto">
              <a:xfrm>
                <a:off x="1046" y="1819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</a:t>
                </a:r>
                <a:endParaRPr lang="en-US" altLang="zh-CN" sz="2800" b="1"/>
              </a:p>
            </p:txBody>
          </p:sp>
          <p:sp>
            <p:nvSpPr>
              <p:cNvPr id="15474" name="Rectangle 29"/>
              <p:cNvSpPr>
                <a:spLocks noChangeArrowheads="1"/>
              </p:cNvSpPr>
              <p:nvPr/>
            </p:nvSpPr>
            <p:spPr bwMode="auto">
              <a:xfrm>
                <a:off x="979" y="1676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x</a:t>
                </a:r>
                <a:endParaRPr lang="en-US" altLang="zh-CN" sz="2800" b="1"/>
              </a:p>
            </p:txBody>
          </p:sp>
        </p:grpSp>
        <p:sp>
          <p:nvSpPr>
            <p:cNvPr id="15382" name="Rectangle 30"/>
            <p:cNvSpPr>
              <a:spLocks noChangeArrowheads="1"/>
            </p:cNvSpPr>
            <p:nvPr/>
          </p:nvSpPr>
          <p:spPr bwMode="auto">
            <a:xfrm>
              <a:off x="1177" y="16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83" name="Group 31"/>
            <p:cNvGrpSpPr/>
            <p:nvPr/>
          </p:nvGrpSpPr>
          <p:grpSpPr bwMode="auto">
            <a:xfrm>
              <a:off x="1800" y="1676"/>
              <a:ext cx="218" cy="306"/>
              <a:chOff x="1800" y="1676"/>
              <a:chExt cx="218" cy="306"/>
            </a:xfrm>
          </p:grpSpPr>
          <p:sp>
            <p:nvSpPr>
              <p:cNvPr id="15471" name="Rectangle 32"/>
              <p:cNvSpPr>
                <a:spLocks noChangeArrowheads="1"/>
              </p:cNvSpPr>
              <p:nvPr/>
            </p:nvSpPr>
            <p:spPr bwMode="auto">
              <a:xfrm>
                <a:off x="1882" y="1819"/>
                <a:ext cx="13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11</a:t>
                </a:r>
                <a:endParaRPr lang="en-US" altLang="zh-CN" sz="2800" b="1"/>
              </a:p>
            </p:txBody>
          </p:sp>
          <p:sp>
            <p:nvSpPr>
              <p:cNvPr id="15472" name="Rectangle 33"/>
              <p:cNvSpPr>
                <a:spLocks noChangeArrowheads="1"/>
              </p:cNvSpPr>
              <p:nvPr/>
            </p:nvSpPr>
            <p:spPr bwMode="auto">
              <a:xfrm>
                <a:off x="1800" y="1676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384" name="Rectangle 34"/>
            <p:cNvSpPr>
              <a:spLocks noChangeArrowheads="1"/>
            </p:cNvSpPr>
            <p:nvPr/>
          </p:nvSpPr>
          <p:spPr bwMode="auto">
            <a:xfrm>
              <a:off x="2076" y="16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85" name="Group 35"/>
            <p:cNvGrpSpPr/>
            <p:nvPr/>
          </p:nvGrpSpPr>
          <p:grpSpPr bwMode="auto">
            <a:xfrm>
              <a:off x="2646" y="1676"/>
              <a:ext cx="217" cy="306"/>
              <a:chOff x="2646" y="1676"/>
              <a:chExt cx="217" cy="306"/>
            </a:xfrm>
          </p:grpSpPr>
          <p:sp>
            <p:nvSpPr>
              <p:cNvPr id="15469" name="Rectangle 36"/>
              <p:cNvSpPr>
                <a:spLocks noChangeArrowheads="1"/>
              </p:cNvSpPr>
              <p:nvPr/>
            </p:nvSpPr>
            <p:spPr bwMode="auto">
              <a:xfrm>
                <a:off x="2727" y="1819"/>
                <a:ext cx="13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12</a:t>
                </a:r>
                <a:endParaRPr lang="en-US" altLang="zh-CN" sz="2800" b="1"/>
              </a:p>
            </p:txBody>
          </p:sp>
          <p:sp>
            <p:nvSpPr>
              <p:cNvPr id="15470" name="Rectangle 37"/>
              <p:cNvSpPr>
                <a:spLocks noChangeArrowheads="1"/>
              </p:cNvSpPr>
              <p:nvPr/>
            </p:nvSpPr>
            <p:spPr bwMode="auto">
              <a:xfrm>
                <a:off x="2646" y="1676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386" name="Rectangle 38"/>
            <p:cNvSpPr>
              <a:spLocks noChangeArrowheads="1"/>
            </p:cNvSpPr>
            <p:nvPr/>
          </p:nvSpPr>
          <p:spPr bwMode="auto">
            <a:xfrm>
              <a:off x="2939" y="16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87" name="Rectangle 39"/>
            <p:cNvSpPr>
              <a:spLocks noChangeArrowheads="1"/>
            </p:cNvSpPr>
            <p:nvPr/>
          </p:nvSpPr>
          <p:spPr bwMode="auto">
            <a:xfrm>
              <a:off x="3505" y="1686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388" name="Rectangle 40"/>
            <p:cNvSpPr>
              <a:spLocks noChangeArrowheads="1"/>
            </p:cNvSpPr>
            <p:nvPr/>
          </p:nvSpPr>
          <p:spPr bwMode="auto">
            <a:xfrm>
              <a:off x="3754" y="165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89" name="Group 41"/>
            <p:cNvGrpSpPr/>
            <p:nvPr/>
          </p:nvGrpSpPr>
          <p:grpSpPr bwMode="auto">
            <a:xfrm>
              <a:off x="4359" y="1675"/>
              <a:ext cx="214" cy="307"/>
              <a:chOff x="4359" y="1675"/>
              <a:chExt cx="214" cy="307"/>
            </a:xfrm>
          </p:grpSpPr>
          <p:sp>
            <p:nvSpPr>
              <p:cNvPr id="15466" name="Rectangle 42"/>
              <p:cNvSpPr>
                <a:spLocks noChangeArrowheads="1"/>
              </p:cNvSpPr>
              <p:nvPr/>
            </p:nvSpPr>
            <p:spPr bwMode="auto">
              <a:xfrm>
                <a:off x="4535" y="1819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j</a:t>
                </a:r>
                <a:endParaRPr lang="en-US" altLang="zh-CN" sz="2800" b="1"/>
              </a:p>
            </p:txBody>
          </p:sp>
          <p:sp>
            <p:nvSpPr>
              <p:cNvPr id="15467" name="Rectangle 43"/>
              <p:cNvSpPr>
                <a:spLocks noChangeArrowheads="1"/>
              </p:cNvSpPr>
              <p:nvPr/>
            </p:nvSpPr>
            <p:spPr bwMode="auto">
              <a:xfrm>
                <a:off x="4359" y="1675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  <p:sp>
            <p:nvSpPr>
              <p:cNvPr id="15468" name="Rectangle 44"/>
              <p:cNvSpPr>
                <a:spLocks noChangeArrowheads="1"/>
              </p:cNvSpPr>
              <p:nvPr/>
            </p:nvSpPr>
            <p:spPr bwMode="auto">
              <a:xfrm>
                <a:off x="4443" y="1818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</a:t>
                </a:r>
                <a:endParaRPr lang="en-US" altLang="zh-CN" sz="2800" b="1"/>
              </a:p>
            </p:txBody>
          </p:sp>
        </p:grpSp>
        <p:sp>
          <p:nvSpPr>
            <p:cNvPr id="15390" name="Rectangle 45"/>
            <p:cNvSpPr>
              <a:spLocks noChangeArrowheads="1"/>
            </p:cNvSpPr>
            <p:nvPr/>
          </p:nvSpPr>
          <p:spPr bwMode="auto">
            <a:xfrm>
              <a:off x="4653" y="170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91" name="Rectangle 46"/>
            <p:cNvSpPr>
              <a:spLocks noChangeArrowheads="1"/>
            </p:cNvSpPr>
            <p:nvPr/>
          </p:nvSpPr>
          <p:spPr bwMode="auto">
            <a:xfrm>
              <a:off x="5225" y="1686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392" name="Rectangle 47"/>
            <p:cNvSpPr>
              <a:spLocks noChangeArrowheads="1"/>
            </p:cNvSpPr>
            <p:nvPr/>
          </p:nvSpPr>
          <p:spPr bwMode="auto">
            <a:xfrm>
              <a:off x="5474" y="165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93" name="Group 48"/>
            <p:cNvGrpSpPr/>
            <p:nvPr/>
          </p:nvGrpSpPr>
          <p:grpSpPr bwMode="auto">
            <a:xfrm>
              <a:off x="972" y="2072"/>
              <a:ext cx="150" cy="306"/>
              <a:chOff x="972" y="2072"/>
              <a:chExt cx="150" cy="306"/>
            </a:xfrm>
          </p:grpSpPr>
          <p:sp>
            <p:nvSpPr>
              <p:cNvPr id="15464" name="Rectangle 49"/>
              <p:cNvSpPr>
                <a:spLocks noChangeArrowheads="1"/>
              </p:cNvSpPr>
              <p:nvPr/>
            </p:nvSpPr>
            <p:spPr bwMode="auto">
              <a:xfrm>
                <a:off x="1054" y="2215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</a:t>
                </a:r>
                <a:endParaRPr lang="en-US" altLang="zh-CN" sz="2800" b="1"/>
              </a:p>
            </p:txBody>
          </p:sp>
          <p:sp>
            <p:nvSpPr>
              <p:cNvPr id="15465" name="Rectangle 50"/>
              <p:cNvSpPr>
                <a:spLocks noChangeArrowheads="1"/>
              </p:cNvSpPr>
              <p:nvPr/>
            </p:nvSpPr>
            <p:spPr bwMode="auto">
              <a:xfrm>
                <a:off x="972" y="2072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x</a:t>
                </a:r>
                <a:endParaRPr lang="en-US" altLang="zh-CN" sz="2800" b="1"/>
              </a:p>
            </p:txBody>
          </p:sp>
        </p:grpSp>
        <p:sp>
          <p:nvSpPr>
            <p:cNvPr id="15394" name="Rectangle 51"/>
            <p:cNvSpPr>
              <a:spLocks noChangeArrowheads="1"/>
            </p:cNvSpPr>
            <p:nvPr/>
          </p:nvSpPr>
          <p:spPr bwMode="auto">
            <a:xfrm>
              <a:off x="1189" y="207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95" name="Group 52"/>
            <p:cNvGrpSpPr/>
            <p:nvPr/>
          </p:nvGrpSpPr>
          <p:grpSpPr bwMode="auto">
            <a:xfrm>
              <a:off x="1788" y="2072"/>
              <a:ext cx="232" cy="306"/>
              <a:chOff x="1788" y="2072"/>
              <a:chExt cx="232" cy="306"/>
            </a:xfrm>
          </p:grpSpPr>
          <p:sp>
            <p:nvSpPr>
              <p:cNvPr id="15462" name="Rectangle 53"/>
              <p:cNvSpPr>
                <a:spLocks noChangeArrowheads="1"/>
              </p:cNvSpPr>
              <p:nvPr/>
            </p:nvSpPr>
            <p:spPr bwMode="auto">
              <a:xfrm>
                <a:off x="1884" y="2215"/>
                <a:ext cx="13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21</a:t>
                </a:r>
                <a:endParaRPr lang="en-US" altLang="zh-CN" sz="2800" b="1"/>
              </a:p>
            </p:txBody>
          </p:sp>
          <p:sp>
            <p:nvSpPr>
              <p:cNvPr id="15463" name="Rectangle 54"/>
              <p:cNvSpPr>
                <a:spLocks noChangeArrowheads="1"/>
              </p:cNvSpPr>
              <p:nvPr/>
            </p:nvSpPr>
            <p:spPr bwMode="auto">
              <a:xfrm>
                <a:off x="1788" y="2072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396" name="Rectangle 55"/>
            <p:cNvSpPr>
              <a:spLocks noChangeArrowheads="1"/>
            </p:cNvSpPr>
            <p:nvPr/>
          </p:nvSpPr>
          <p:spPr bwMode="auto">
            <a:xfrm>
              <a:off x="2082" y="207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397" name="Group 56"/>
            <p:cNvGrpSpPr/>
            <p:nvPr/>
          </p:nvGrpSpPr>
          <p:grpSpPr bwMode="auto">
            <a:xfrm>
              <a:off x="2639" y="2072"/>
              <a:ext cx="231" cy="306"/>
              <a:chOff x="2639" y="2072"/>
              <a:chExt cx="231" cy="306"/>
            </a:xfrm>
          </p:grpSpPr>
          <p:sp>
            <p:nvSpPr>
              <p:cNvPr id="15460" name="Rectangle 57"/>
              <p:cNvSpPr>
                <a:spLocks noChangeArrowheads="1"/>
              </p:cNvSpPr>
              <p:nvPr/>
            </p:nvSpPr>
            <p:spPr bwMode="auto">
              <a:xfrm>
                <a:off x="2734" y="2215"/>
                <a:ext cx="13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22</a:t>
                </a:r>
                <a:endParaRPr lang="en-US" altLang="zh-CN" sz="2800" b="1"/>
              </a:p>
            </p:txBody>
          </p:sp>
          <p:sp>
            <p:nvSpPr>
              <p:cNvPr id="15461" name="Rectangle 58"/>
              <p:cNvSpPr>
                <a:spLocks noChangeArrowheads="1"/>
              </p:cNvSpPr>
              <p:nvPr/>
            </p:nvSpPr>
            <p:spPr bwMode="auto">
              <a:xfrm>
                <a:off x="2639" y="2072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398" name="Rectangle 59"/>
            <p:cNvSpPr>
              <a:spLocks noChangeArrowheads="1"/>
            </p:cNvSpPr>
            <p:nvPr/>
          </p:nvSpPr>
          <p:spPr bwMode="auto">
            <a:xfrm>
              <a:off x="2951" y="207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399" name="Rectangle 60"/>
            <p:cNvSpPr>
              <a:spLocks noChangeArrowheads="1"/>
            </p:cNvSpPr>
            <p:nvPr/>
          </p:nvSpPr>
          <p:spPr bwMode="auto">
            <a:xfrm>
              <a:off x="3505" y="2082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00" name="Rectangle 61"/>
            <p:cNvSpPr>
              <a:spLocks noChangeArrowheads="1"/>
            </p:cNvSpPr>
            <p:nvPr/>
          </p:nvSpPr>
          <p:spPr bwMode="auto">
            <a:xfrm>
              <a:off x="3754" y="204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401" name="Group 62"/>
            <p:cNvGrpSpPr/>
            <p:nvPr/>
          </p:nvGrpSpPr>
          <p:grpSpPr bwMode="auto">
            <a:xfrm>
              <a:off x="4352" y="2071"/>
              <a:ext cx="239" cy="307"/>
              <a:chOff x="4352" y="2071"/>
              <a:chExt cx="239" cy="307"/>
            </a:xfrm>
          </p:grpSpPr>
          <p:sp>
            <p:nvSpPr>
              <p:cNvPr id="15457" name="Rectangle 63"/>
              <p:cNvSpPr>
                <a:spLocks noChangeArrowheads="1"/>
              </p:cNvSpPr>
              <p:nvPr/>
            </p:nvSpPr>
            <p:spPr bwMode="auto">
              <a:xfrm>
                <a:off x="4553" y="2215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j</a:t>
                </a:r>
                <a:endParaRPr lang="en-US" altLang="zh-CN" sz="2800" b="1"/>
              </a:p>
            </p:txBody>
          </p:sp>
          <p:sp>
            <p:nvSpPr>
              <p:cNvPr id="15458" name="Rectangle 64"/>
              <p:cNvSpPr>
                <a:spLocks noChangeArrowheads="1"/>
              </p:cNvSpPr>
              <p:nvPr/>
            </p:nvSpPr>
            <p:spPr bwMode="auto">
              <a:xfrm>
                <a:off x="4352" y="2071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  <p:sp>
            <p:nvSpPr>
              <p:cNvPr id="15459" name="Rectangle 65"/>
              <p:cNvSpPr>
                <a:spLocks noChangeArrowheads="1"/>
              </p:cNvSpPr>
              <p:nvPr/>
            </p:nvSpPr>
            <p:spPr bwMode="auto">
              <a:xfrm>
                <a:off x="4452" y="2214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</a:t>
                </a:r>
                <a:endParaRPr lang="en-US" altLang="zh-CN" sz="2800" b="1"/>
              </a:p>
            </p:txBody>
          </p:sp>
        </p:grpSp>
        <p:sp>
          <p:nvSpPr>
            <p:cNvPr id="15402" name="Rectangle 66"/>
            <p:cNvSpPr>
              <a:spLocks noChangeArrowheads="1"/>
            </p:cNvSpPr>
            <p:nvPr/>
          </p:nvSpPr>
          <p:spPr bwMode="auto">
            <a:xfrm>
              <a:off x="4665" y="210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03" name="Rectangle 67"/>
            <p:cNvSpPr>
              <a:spLocks noChangeArrowheads="1"/>
            </p:cNvSpPr>
            <p:nvPr/>
          </p:nvSpPr>
          <p:spPr bwMode="auto">
            <a:xfrm>
              <a:off x="5225" y="2082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04" name="Rectangle 68"/>
            <p:cNvSpPr>
              <a:spLocks noChangeArrowheads="1"/>
            </p:cNvSpPr>
            <p:nvPr/>
          </p:nvSpPr>
          <p:spPr bwMode="auto">
            <a:xfrm>
              <a:off x="5474" y="204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05" name="Rectangle 69"/>
            <p:cNvSpPr>
              <a:spLocks noChangeArrowheads="1"/>
            </p:cNvSpPr>
            <p:nvPr/>
          </p:nvSpPr>
          <p:spPr bwMode="auto">
            <a:xfrm>
              <a:off x="1033" y="2424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900">
                  <a:solidFill>
                    <a:srgbClr val="000000"/>
                  </a:solidFill>
                  <a:latin typeface="MT Extra" panose="05050102010205020202" pitchFamily="18" charset="2"/>
                </a:rPr>
                <a:t>M</a:t>
              </a:r>
              <a:endParaRPr lang="en-US" altLang="zh-CN" sz="2800" b="1"/>
            </a:p>
          </p:txBody>
        </p:sp>
        <p:sp>
          <p:nvSpPr>
            <p:cNvPr id="15406" name="Rectangle 70"/>
            <p:cNvSpPr>
              <a:spLocks noChangeArrowheads="1"/>
            </p:cNvSpPr>
            <p:nvPr/>
          </p:nvSpPr>
          <p:spPr bwMode="auto">
            <a:xfrm>
              <a:off x="1117" y="2466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07" name="Rectangle 71"/>
            <p:cNvSpPr>
              <a:spLocks noChangeArrowheads="1"/>
            </p:cNvSpPr>
            <p:nvPr/>
          </p:nvSpPr>
          <p:spPr bwMode="auto">
            <a:xfrm>
              <a:off x="1791" y="247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08" name="Rectangle 72"/>
            <p:cNvSpPr>
              <a:spLocks noChangeArrowheads="1"/>
            </p:cNvSpPr>
            <p:nvPr/>
          </p:nvSpPr>
          <p:spPr bwMode="auto">
            <a:xfrm>
              <a:off x="2040" y="244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09" name="Rectangle 73"/>
            <p:cNvSpPr>
              <a:spLocks noChangeArrowheads="1"/>
            </p:cNvSpPr>
            <p:nvPr/>
          </p:nvSpPr>
          <p:spPr bwMode="auto">
            <a:xfrm>
              <a:off x="2648" y="247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10" name="Rectangle 74"/>
            <p:cNvSpPr>
              <a:spLocks noChangeArrowheads="1"/>
            </p:cNvSpPr>
            <p:nvPr/>
          </p:nvSpPr>
          <p:spPr bwMode="auto">
            <a:xfrm>
              <a:off x="2897" y="244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11" name="Rectangle 75"/>
            <p:cNvSpPr>
              <a:spLocks noChangeArrowheads="1"/>
            </p:cNvSpPr>
            <p:nvPr/>
          </p:nvSpPr>
          <p:spPr bwMode="auto">
            <a:xfrm>
              <a:off x="3505" y="247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12" name="Rectangle 76"/>
            <p:cNvSpPr>
              <a:spLocks noChangeArrowheads="1"/>
            </p:cNvSpPr>
            <p:nvPr/>
          </p:nvSpPr>
          <p:spPr bwMode="auto">
            <a:xfrm>
              <a:off x="3754" y="244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13" name="Rectangle 77"/>
            <p:cNvSpPr>
              <a:spLocks noChangeArrowheads="1"/>
            </p:cNvSpPr>
            <p:nvPr/>
          </p:nvSpPr>
          <p:spPr bwMode="auto">
            <a:xfrm>
              <a:off x="4362" y="247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14" name="Rectangle 78"/>
            <p:cNvSpPr>
              <a:spLocks noChangeArrowheads="1"/>
            </p:cNvSpPr>
            <p:nvPr/>
          </p:nvSpPr>
          <p:spPr bwMode="auto">
            <a:xfrm>
              <a:off x="4611" y="244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15" name="Rectangle 79"/>
            <p:cNvSpPr>
              <a:spLocks noChangeArrowheads="1"/>
            </p:cNvSpPr>
            <p:nvPr/>
          </p:nvSpPr>
          <p:spPr bwMode="auto">
            <a:xfrm>
              <a:off x="5225" y="2478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16" name="Rectangle 80"/>
            <p:cNvSpPr>
              <a:spLocks noChangeArrowheads="1"/>
            </p:cNvSpPr>
            <p:nvPr/>
          </p:nvSpPr>
          <p:spPr bwMode="auto">
            <a:xfrm>
              <a:off x="5474" y="244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417" name="Group 81"/>
            <p:cNvGrpSpPr/>
            <p:nvPr/>
          </p:nvGrpSpPr>
          <p:grpSpPr bwMode="auto">
            <a:xfrm>
              <a:off x="976" y="2863"/>
              <a:ext cx="119" cy="307"/>
              <a:chOff x="976" y="2863"/>
              <a:chExt cx="119" cy="307"/>
            </a:xfrm>
          </p:grpSpPr>
          <p:sp>
            <p:nvSpPr>
              <p:cNvPr id="15455" name="Rectangle 82"/>
              <p:cNvSpPr>
                <a:spLocks noChangeArrowheads="1"/>
              </p:cNvSpPr>
              <p:nvPr/>
            </p:nvSpPr>
            <p:spPr bwMode="auto">
              <a:xfrm>
                <a:off x="1057" y="3007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i</a:t>
                </a:r>
                <a:endParaRPr lang="en-US" altLang="zh-CN" sz="2800" b="1"/>
              </a:p>
            </p:txBody>
          </p:sp>
          <p:sp>
            <p:nvSpPr>
              <p:cNvPr id="15456" name="Rectangle 83"/>
              <p:cNvSpPr>
                <a:spLocks noChangeArrowheads="1"/>
              </p:cNvSpPr>
              <p:nvPr/>
            </p:nvSpPr>
            <p:spPr bwMode="auto">
              <a:xfrm>
                <a:off x="976" y="2863"/>
                <a:ext cx="103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x</a:t>
                </a:r>
                <a:endParaRPr lang="en-US" altLang="zh-CN" sz="2800" b="1"/>
              </a:p>
            </p:txBody>
          </p:sp>
        </p:grpSp>
        <p:sp>
          <p:nvSpPr>
            <p:cNvPr id="15418" name="Rectangle 84"/>
            <p:cNvSpPr>
              <a:spLocks noChangeArrowheads="1"/>
            </p:cNvSpPr>
            <p:nvPr/>
          </p:nvSpPr>
          <p:spPr bwMode="auto">
            <a:xfrm>
              <a:off x="1177" y="28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419" name="Group 85"/>
            <p:cNvGrpSpPr/>
            <p:nvPr/>
          </p:nvGrpSpPr>
          <p:grpSpPr bwMode="auto">
            <a:xfrm>
              <a:off x="1804" y="2863"/>
              <a:ext cx="202" cy="307"/>
              <a:chOff x="1804" y="2863"/>
              <a:chExt cx="202" cy="307"/>
            </a:xfrm>
          </p:grpSpPr>
          <p:sp>
            <p:nvSpPr>
              <p:cNvPr id="15452" name="Rectangle 86"/>
              <p:cNvSpPr>
                <a:spLocks noChangeArrowheads="1"/>
              </p:cNvSpPr>
              <p:nvPr/>
            </p:nvSpPr>
            <p:spPr bwMode="auto">
              <a:xfrm>
                <a:off x="1938" y="3007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1</a:t>
                </a:r>
                <a:endParaRPr lang="en-US" altLang="zh-CN" sz="2800" b="1"/>
              </a:p>
            </p:txBody>
          </p:sp>
          <p:sp>
            <p:nvSpPr>
              <p:cNvPr id="15453" name="Rectangle 87"/>
              <p:cNvSpPr>
                <a:spLocks noChangeArrowheads="1"/>
              </p:cNvSpPr>
              <p:nvPr/>
            </p:nvSpPr>
            <p:spPr bwMode="auto">
              <a:xfrm>
                <a:off x="1899" y="3007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i</a:t>
                </a:r>
                <a:endParaRPr lang="en-US" altLang="zh-CN" sz="2800" b="1"/>
              </a:p>
            </p:txBody>
          </p:sp>
          <p:sp>
            <p:nvSpPr>
              <p:cNvPr id="15454" name="Rectangle 88"/>
              <p:cNvSpPr>
                <a:spLocks noChangeArrowheads="1"/>
              </p:cNvSpPr>
              <p:nvPr/>
            </p:nvSpPr>
            <p:spPr bwMode="auto">
              <a:xfrm>
                <a:off x="1804" y="2863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420" name="Rectangle 89"/>
            <p:cNvSpPr>
              <a:spLocks noChangeArrowheads="1"/>
            </p:cNvSpPr>
            <p:nvPr/>
          </p:nvSpPr>
          <p:spPr bwMode="auto">
            <a:xfrm>
              <a:off x="2064" y="28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421" name="Group 90"/>
            <p:cNvGrpSpPr/>
            <p:nvPr/>
          </p:nvGrpSpPr>
          <p:grpSpPr bwMode="auto">
            <a:xfrm>
              <a:off x="2655" y="2863"/>
              <a:ext cx="211" cy="310"/>
              <a:chOff x="2655" y="2863"/>
              <a:chExt cx="211" cy="310"/>
            </a:xfrm>
          </p:grpSpPr>
          <p:sp>
            <p:nvSpPr>
              <p:cNvPr id="15449" name="Rectangle 91"/>
              <p:cNvSpPr>
                <a:spLocks noChangeArrowheads="1"/>
              </p:cNvSpPr>
              <p:nvPr/>
            </p:nvSpPr>
            <p:spPr bwMode="auto">
              <a:xfrm>
                <a:off x="2798" y="3010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>
                    <a:solidFill>
                      <a:srgbClr val="000000"/>
                    </a:solidFill>
                  </a:rPr>
                  <a:t>2</a:t>
                </a:r>
                <a:endParaRPr lang="en-US" altLang="zh-CN" sz="2800" b="1"/>
              </a:p>
            </p:txBody>
          </p:sp>
          <p:sp>
            <p:nvSpPr>
              <p:cNvPr id="15450" name="Rectangle 92"/>
              <p:cNvSpPr>
                <a:spLocks noChangeArrowheads="1"/>
              </p:cNvSpPr>
              <p:nvPr/>
            </p:nvSpPr>
            <p:spPr bwMode="auto">
              <a:xfrm>
                <a:off x="2747" y="3010"/>
                <a:ext cx="3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i</a:t>
                </a:r>
                <a:endParaRPr lang="en-US" altLang="zh-CN" sz="2800" b="1"/>
              </a:p>
            </p:txBody>
          </p:sp>
          <p:sp>
            <p:nvSpPr>
              <p:cNvPr id="15451" name="Rectangle 93"/>
              <p:cNvSpPr>
                <a:spLocks noChangeArrowheads="1"/>
              </p:cNvSpPr>
              <p:nvPr/>
            </p:nvSpPr>
            <p:spPr bwMode="auto">
              <a:xfrm>
                <a:off x="2655" y="2863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422" name="Rectangle 94"/>
            <p:cNvSpPr>
              <a:spLocks noChangeArrowheads="1"/>
            </p:cNvSpPr>
            <p:nvPr/>
          </p:nvSpPr>
          <p:spPr bwMode="auto">
            <a:xfrm>
              <a:off x="2933" y="2880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23" name="Rectangle 95"/>
            <p:cNvSpPr>
              <a:spLocks noChangeArrowheads="1"/>
            </p:cNvSpPr>
            <p:nvPr/>
          </p:nvSpPr>
          <p:spPr bwMode="auto">
            <a:xfrm>
              <a:off x="3505" y="2874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24" name="Rectangle 96"/>
            <p:cNvSpPr>
              <a:spLocks noChangeArrowheads="1"/>
            </p:cNvSpPr>
            <p:nvPr/>
          </p:nvSpPr>
          <p:spPr bwMode="auto">
            <a:xfrm>
              <a:off x="3754" y="2838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grpSp>
          <p:nvGrpSpPr>
            <p:cNvPr id="15425" name="Group 97"/>
            <p:cNvGrpSpPr/>
            <p:nvPr/>
          </p:nvGrpSpPr>
          <p:grpSpPr bwMode="auto">
            <a:xfrm>
              <a:off x="4388" y="2863"/>
              <a:ext cx="167" cy="309"/>
              <a:chOff x="4388" y="2863"/>
              <a:chExt cx="167" cy="309"/>
            </a:xfrm>
          </p:grpSpPr>
          <p:sp>
            <p:nvSpPr>
              <p:cNvPr id="15447" name="Rectangle 98"/>
              <p:cNvSpPr>
                <a:spLocks noChangeArrowheads="1"/>
              </p:cNvSpPr>
              <p:nvPr/>
            </p:nvSpPr>
            <p:spPr bwMode="auto">
              <a:xfrm>
                <a:off x="4479" y="3009"/>
                <a:ext cx="76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700" i="1">
                    <a:solidFill>
                      <a:srgbClr val="000000"/>
                    </a:solidFill>
                  </a:rPr>
                  <a:t>ij</a:t>
                </a:r>
                <a:endParaRPr lang="en-US" altLang="zh-CN" sz="2800" b="1"/>
              </a:p>
            </p:txBody>
          </p:sp>
          <p:sp>
            <p:nvSpPr>
              <p:cNvPr id="15448" name="Rectangle 99"/>
              <p:cNvSpPr>
                <a:spLocks noChangeArrowheads="1"/>
              </p:cNvSpPr>
              <p:nvPr/>
            </p:nvSpPr>
            <p:spPr bwMode="auto">
              <a:xfrm>
                <a:off x="4388" y="2863"/>
                <a:ext cx="116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900" i="1">
                    <a:solidFill>
                      <a:srgbClr val="000000"/>
                    </a:solidFill>
                  </a:rPr>
                  <a:t>p</a:t>
                </a:r>
                <a:endParaRPr lang="en-US" altLang="zh-CN" sz="2800" b="1"/>
              </a:p>
            </p:txBody>
          </p:sp>
        </p:grpSp>
        <p:sp>
          <p:nvSpPr>
            <p:cNvPr id="15426" name="Rectangle 100"/>
            <p:cNvSpPr>
              <a:spLocks noChangeArrowheads="1"/>
            </p:cNvSpPr>
            <p:nvPr/>
          </p:nvSpPr>
          <p:spPr bwMode="auto">
            <a:xfrm>
              <a:off x="4623" y="2892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27" name="Rectangle 101"/>
            <p:cNvSpPr>
              <a:spLocks noChangeArrowheads="1"/>
            </p:cNvSpPr>
            <p:nvPr/>
          </p:nvSpPr>
          <p:spPr bwMode="auto">
            <a:xfrm>
              <a:off x="5225" y="2874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28" name="Rectangle 102"/>
            <p:cNvSpPr>
              <a:spLocks noChangeArrowheads="1"/>
            </p:cNvSpPr>
            <p:nvPr/>
          </p:nvSpPr>
          <p:spPr bwMode="auto">
            <a:xfrm>
              <a:off x="5474" y="2838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29" name="Rectangle 103"/>
            <p:cNvSpPr>
              <a:spLocks noChangeArrowheads="1"/>
            </p:cNvSpPr>
            <p:nvPr/>
          </p:nvSpPr>
          <p:spPr bwMode="auto">
            <a:xfrm>
              <a:off x="1033" y="3216"/>
              <a:ext cx="77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900">
                  <a:solidFill>
                    <a:srgbClr val="000000"/>
                  </a:solidFill>
                  <a:latin typeface="MT Extra" panose="05050102010205020202" pitchFamily="18" charset="2"/>
                </a:rPr>
                <a:t>M</a:t>
              </a:r>
              <a:endParaRPr lang="en-US" altLang="zh-CN" sz="2800" b="1"/>
            </a:p>
          </p:txBody>
        </p:sp>
        <p:sp>
          <p:nvSpPr>
            <p:cNvPr id="15430" name="Rectangle 104"/>
            <p:cNvSpPr>
              <a:spLocks noChangeArrowheads="1"/>
            </p:cNvSpPr>
            <p:nvPr/>
          </p:nvSpPr>
          <p:spPr bwMode="auto">
            <a:xfrm>
              <a:off x="1117" y="3258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31" name="Rectangle 105"/>
            <p:cNvSpPr>
              <a:spLocks noChangeArrowheads="1"/>
            </p:cNvSpPr>
            <p:nvPr/>
          </p:nvSpPr>
          <p:spPr bwMode="auto">
            <a:xfrm>
              <a:off x="1791" y="3270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32" name="Rectangle 106"/>
            <p:cNvSpPr>
              <a:spLocks noChangeArrowheads="1"/>
            </p:cNvSpPr>
            <p:nvPr/>
          </p:nvSpPr>
          <p:spPr bwMode="auto">
            <a:xfrm>
              <a:off x="2040" y="323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33" name="Rectangle 107"/>
            <p:cNvSpPr>
              <a:spLocks noChangeArrowheads="1"/>
            </p:cNvSpPr>
            <p:nvPr/>
          </p:nvSpPr>
          <p:spPr bwMode="auto">
            <a:xfrm>
              <a:off x="2648" y="3270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34" name="Rectangle 108"/>
            <p:cNvSpPr>
              <a:spLocks noChangeArrowheads="1"/>
            </p:cNvSpPr>
            <p:nvPr/>
          </p:nvSpPr>
          <p:spPr bwMode="auto">
            <a:xfrm>
              <a:off x="2897" y="323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35" name="Rectangle 109"/>
            <p:cNvSpPr>
              <a:spLocks noChangeArrowheads="1"/>
            </p:cNvSpPr>
            <p:nvPr/>
          </p:nvSpPr>
          <p:spPr bwMode="auto">
            <a:xfrm>
              <a:off x="3505" y="3270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36" name="Rectangle 110"/>
            <p:cNvSpPr>
              <a:spLocks noChangeArrowheads="1"/>
            </p:cNvSpPr>
            <p:nvPr/>
          </p:nvSpPr>
          <p:spPr bwMode="auto">
            <a:xfrm>
              <a:off x="3754" y="323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37" name="Rectangle 111"/>
            <p:cNvSpPr>
              <a:spLocks noChangeArrowheads="1"/>
            </p:cNvSpPr>
            <p:nvPr/>
          </p:nvSpPr>
          <p:spPr bwMode="auto">
            <a:xfrm>
              <a:off x="4362" y="3270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38" name="Rectangle 112"/>
            <p:cNvSpPr>
              <a:spLocks noChangeArrowheads="1"/>
            </p:cNvSpPr>
            <p:nvPr/>
          </p:nvSpPr>
          <p:spPr bwMode="auto">
            <a:xfrm>
              <a:off x="4611" y="323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39" name="Rectangle 113"/>
            <p:cNvSpPr>
              <a:spLocks noChangeArrowheads="1"/>
            </p:cNvSpPr>
            <p:nvPr/>
          </p:nvSpPr>
          <p:spPr bwMode="auto">
            <a:xfrm>
              <a:off x="5225" y="3270"/>
              <a:ext cx="25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</a:rPr>
                <a:t>…</a:t>
              </a:r>
              <a:endParaRPr lang="en-US" altLang="zh-CN" sz="2800" b="1"/>
            </a:p>
          </p:txBody>
        </p:sp>
        <p:sp>
          <p:nvSpPr>
            <p:cNvPr id="15440" name="Rectangle 114"/>
            <p:cNvSpPr>
              <a:spLocks noChangeArrowheads="1"/>
            </p:cNvSpPr>
            <p:nvPr/>
          </p:nvSpPr>
          <p:spPr bwMode="auto">
            <a:xfrm>
              <a:off x="5474" y="3234"/>
              <a:ext cx="80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41" name="Rectangle 115"/>
            <p:cNvSpPr>
              <a:spLocks noChangeArrowheads="1"/>
            </p:cNvSpPr>
            <p:nvPr/>
          </p:nvSpPr>
          <p:spPr bwMode="auto">
            <a:xfrm>
              <a:off x="568" y="3678"/>
              <a:ext cx="3" cy="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00">
                  <a:solidFill>
                    <a:srgbClr val="000000"/>
                  </a:solidFill>
                  <a:latin typeface="Tahoma" panose="020B0604030504040204" pitchFamily="34" charset="0"/>
                </a:rPr>
                <a:t> </a:t>
              </a:r>
              <a:endParaRPr lang="en-US" altLang="zh-CN" sz="2800" b="1"/>
            </a:p>
          </p:txBody>
        </p:sp>
        <p:sp>
          <p:nvSpPr>
            <p:cNvPr id="15442" name="Rectangle 116"/>
            <p:cNvSpPr>
              <a:spLocks noChangeArrowheads="1"/>
            </p:cNvSpPr>
            <p:nvPr/>
          </p:nvSpPr>
          <p:spPr bwMode="auto">
            <a:xfrm>
              <a:off x="583" y="3768"/>
              <a:ext cx="22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100">
                  <a:solidFill>
                    <a:srgbClr val="000000"/>
                  </a:solidFill>
                </a:rPr>
                <a:t> </a:t>
              </a:r>
              <a:endParaRPr lang="en-US" altLang="zh-CN" sz="2800" b="1"/>
            </a:p>
          </p:txBody>
        </p:sp>
        <p:sp>
          <p:nvSpPr>
            <p:cNvPr id="15443" name="Line 117"/>
            <p:cNvSpPr>
              <a:spLocks noChangeShapeType="1"/>
            </p:cNvSpPr>
            <p:nvPr/>
          </p:nvSpPr>
          <p:spPr bwMode="auto">
            <a:xfrm>
              <a:off x="576" y="1008"/>
              <a:ext cx="5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4" name="Line 118"/>
            <p:cNvSpPr>
              <a:spLocks noChangeShapeType="1"/>
            </p:cNvSpPr>
            <p:nvPr/>
          </p:nvSpPr>
          <p:spPr bwMode="auto">
            <a:xfrm>
              <a:off x="624" y="3600"/>
              <a:ext cx="5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5" name="Line 119"/>
            <p:cNvSpPr>
              <a:spLocks noChangeShapeType="1"/>
            </p:cNvSpPr>
            <p:nvPr/>
          </p:nvSpPr>
          <p:spPr bwMode="auto">
            <a:xfrm>
              <a:off x="576" y="1632"/>
              <a:ext cx="5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46" name="Line 120"/>
            <p:cNvSpPr>
              <a:spLocks noChangeShapeType="1"/>
            </p:cNvSpPr>
            <p:nvPr/>
          </p:nvSpPr>
          <p:spPr bwMode="auto">
            <a:xfrm>
              <a:off x="1392" y="1008"/>
              <a:ext cx="0" cy="25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Text Box 2"/>
          <p:cNvSpPr txBox="1">
            <a:spLocks noChangeArrowheads="1"/>
          </p:cNvSpPr>
          <p:nvPr/>
        </p:nvSpPr>
        <p:spPr bwMode="auto">
          <a:xfrm>
            <a:off x="609600" y="457200"/>
            <a:ext cx="7839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1</a:t>
            </a:r>
            <a:r>
              <a:rPr lang="zh-CN" altLang="en-US" sz="2800" b="1"/>
              <a:t>　把一枚均匀硬币抛掷三次，设</a:t>
            </a:r>
            <a:r>
              <a:rPr lang="en-US" altLang="zh-CN" sz="2800" b="1" i="1"/>
              <a:t>X</a:t>
            </a:r>
            <a:r>
              <a:rPr lang="zh-CN" altLang="en-US" sz="2800" b="1"/>
              <a:t>为三次抛掷中正面出现的次数 ，而 </a:t>
            </a:r>
            <a:r>
              <a:rPr lang="en-US" altLang="zh-CN" sz="2800" b="1" i="1"/>
              <a:t>Y </a:t>
            </a:r>
            <a:r>
              <a:rPr lang="zh-CN" altLang="en-US" sz="2800" b="1"/>
              <a:t>为正面出现次数与反面出现次数之差的绝对值 </a:t>
            </a:r>
            <a:r>
              <a:rPr lang="en-US" altLang="zh-CN" sz="2800" b="1"/>
              <a:t>, </a:t>
            </a:r>
            <a:r>
              <a:rPr lang="zh-CN" altLang="en-US" sz="2800" b="1"/>
              <a:t>求 </a:t>
            </a:r>
            <a:r>
              <a:rPr lang="en-US" altLang="zh-CN" sz="2800" b="1"/>
              <a:t>(</a:t>
            </a:r>
            <a:r>
              <a:rPr lang="en-US" altLang="zh-CN" sz="2800" b="1" i="1"/>
              <a:t>X </a:t>
            </a:r>
            <a:r>
              <a:rPr lang="en-US" altLang="zh-CN" sz="2800" b="1"/>
              <a:t>,Y) </a:t>
            </a:r>
            <a:r>
              <a:rPr lang="zh-CN" altLang="en-US" sz="2800" b="1"/>
              <a:t>的分布律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295939" name="Rectangle 3"/>
          <p:cNvSpPr>
            <a:spLocks noChangeArrowheads="1"/>
          </p:cNvSpPr>
          <p:nvPr/>
        </p:nvSpPr>
        <p:spPr bwMode="auto">
          <a:xfrm>
            <a:off x="1330325" y="1960563"/>
            <a:ext cx="6724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解    </a:t>
            </a:r>
            <a:r>
              <a:rPr lang="en-US" altLang="zh-CN" sz="2800" b="1">
                <a:solidFill>
                  <a:schemeClr val="accent2"/>
                </a:solidFill>
              </a:rPr>
              <a:t>( 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, 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en-US" altLang="zh-CN" sz="2800" b="1">
                <a:solidFill>
                  <a:schemeClr val="accent2"/>
                </a:solidFill>
              </a:rPr>
              <a:t>) </a:t>
            </a:r>
            <a:r>
              <a:rPr lang="zh-CN" altLang="en-US" sz="2800" b="1">
                <a:solidFill>
                  <a:schemeClr val="accent2"/>
                </a:solidFill>
              </a:rPr>
              <a:t>可取值 </a:t>
            </a:r>
            <a:r>
              <a:rPr lang="en-US" altLang="zh-CN" sz="2800" b="1">
                <a:solidFill>
                  <a:schemeClr val="accent2"/>
                </a:solidFill>
              </a:rPr>
              <a:t>(0,3) , (1,1) , (2,1) , (3,3)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609600" y="2619375"/>
            <a:ext cx="23447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=0,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=3}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295941" name="Rectangle 5"/>
          <p:cNvSpPr>
            <a:spLocks noChangeArrowheads="1"/>
          </p:cNvSpPr>
          <p:nvPr/>
        </p:nvSpPr>
        <p:spPr bwMode="auto">
          <a:xfrm>
            <a:off x="538163" y="3484563"/>
            <a:ext cx="23050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=1,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=1}</a:t>
            </a:r>
            <a:r>
              <a:rPr lang="en-US" altLang="zh-CN" sz="3200" b="1">
                <a:solidFill>
                  <a:srgbClr val="FFFF99"/>
                </a:solidFill>
              </a:rPr>
              <a:t>               </a:t>
            </a:r>
            <a:endParaRPr lang="en-US" altLang="zh-CN" sz="3200" b="1">
              <a:solidFill>
                <a:srgbClr val="FFFF99"/>
              </a:solidFill>
            </a:endParaRPr>
          </a:p>
        </p:txBody>
      </p:sp>
      <p:sp>
        <p:nvSpPr>
          <p:cNvPr id="295942" name="Rectangle 6"/>
          <p:cNvSpPr>
            <a:spLocks noChangeArrowheads="1"/>
          </p:cNvSpPr>
          <p:nvPr/>
        </p:nvSpPr>
        <p:spPr bwMode="auto">
          <a:xfrm>
            <a:off x="538163" y="4514850"/>
            <a:ext cx="23034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=2,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=1}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295943" name="Rectangle 7"/>
          <p:cNvSpPr>
            <a:spLocks noChangeArrowheads="1"/>
          </p:cNvSpPr>
          <p:nvPr/>
        </p:nvSpPr>
        <p:spPr bwMode="auto">
          <a:xfrm>
            <a:off x="538163" y="5500688"/>
            <a:ext cx="23447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=3,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=0}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pSp>
        <p:nvGrpSpPr>
          <p:cNvPr id="295944" name="Group 8"/>
          <p:cNvGrpSpPr/>
          <p:nvPr/>
        </p:nvGrpSpPr>
        <p:grpSpPr bwMode="auto">
          <a:xfrm>
            <a:off x="6300788" y="2997200"/>
            <a:ext cx="2447925" cy="2665413"/>
            <a:chOff x="3787" y="1978"/>
            <a:chExt cx="1542" cy="1679"/>
          </a:xfrm>
        </p:grpSpPr>
        <p:sp>
          <p:nvSpPr>
            <p:cNvPr id="16401" name="Line 9"/>
            <p:cNvSpPr>
              <a:spLocks noChangeShapeType="1"/>
            </p:cNvSpPr>
            <p:nvPr/>
          </p:nvSpPr>
          <p:spPr bwMode="auto">
            <a:xfrm>
              <a:off x="3831" y="1978"/>
              <a:ext cx="149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2" name="Line 10"/>
            <p:cNvSpPr>
              <a:spLocks noChangeShapeType="1"/>
            </p:cNvSpPr>
            <p:nvPr/>
          </p:nvSpPr>
          <p:spPr bwMode="auto">
            <a:xfrm flipV="1">
              <a:off x="3831" y="2296"/>
              <a:ext cx="1498" cy="0"/>
            </a:xfrm>
            <a:prstGeom prst="line">
              <a:avLst/>
            </a:prstGeom>
            <a:noFill/>
            <a:ln w="9525">
              <a:solidFill>
                <a:srgbClr val="1C1C1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3" name="Line 11"/>
            <p:cNvSpPr>
              <a:spLocks noChangeShapeType="1"/>
            </p:cNvSpPr>
            <p:nvPr/>
          </p:nvSpPr>
          <p:spPr bwMode="auto">
            <a:xfrm>
              <a:off x="3846" y="1996"/>
              <a:ext cx="394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Line 12"/>
            <p:cNvSpPr>
              <a:spLocks noChangeShapeType="1"/>
            </p:cNvSpPr>
            <p:nvPr/>
          </p:nvSpPr>
          <p:spPr bwMode="auto">
            <a:xfrm flipH="1">
              <a:off x="4240" y="1978"/>
              <a:ext cx="0" cy="1679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5" name="Line 13"/>
            <p:cNvSpPr>
              <a:spLocks noChangeShapeType="1"/>
            </p:cNvSpPr>
            <p:nvPr/>
          </p:nvSpPr>
          <p:spPr bwMode="auto">
            <a:xfrm>
              <a:off x="3787" y="3657"/>
              <a:ext cx="1483" cy="0"/>
            </a:xfrm>
            <a:prstGeom prst="line">
              <a:avLst/>
            </a:prstGeom>
            <a:noFill/>
            <a:ln w="9525">
              <a:solidFill>
                <a:srgbClr val="FFFF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6406" name="Object 14"/>
            <p:cNvGraphicFramePr>
              <a:graphicFrameLocks noChangeAspect="1"/>
            </p:cNvGraphicFramePr>
            <p:nvPr/>
          </p:nvGraphicFramePr>
          <p:xfrm>
            <a:off x="4038" y="1978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36" name="Equation" r:id="rId1" imgW="200025" imgH="221615" progId="Equation.DSMT4">
                    <p:embed/>
                  </p:oleObj>
                </mc:Choice>
                <mc:Fallback>
                  <p:oleObj name="Equation" r:id="rId1" imgW="200025" imgH="221615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" y="1978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7" name="Object 15"/>
            <p:cNvGraphicFramePr>
              <a:graphicFrameLocks noChangeAspect="1"/>
            </p:cNvGraphicFramePr>
            <p:nvPr/>
          </p:nvGraphicFramePr>
          <p:xfrm>
            <a:off x="3814" y="211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37" name="Equation" r:id="rId3" imgW="276225" imgH="221615" progId="Equation.DSMT4">
                    <p:embed/>
                  </p:oleObj>
                </mc:Choice>
                <mc:Fallback>
                  <p:oleObj name="Equation" r:id="rId3" imgW="276225" imgH="22161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211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8" name="Object 16"/>
            <p:cNvGraphicFramePr>
              <a:graphicFrameLocks noChangeAspect="1"/>
            </p:cNvGraphicFramePr>
            <p:nvPr/>
          </p:nvGraphicFramePr>
          <p:xfrm>
            <a:off x="4521" y="2024"/>
            <a:ext cx="62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38" name="Equation" r:id="rId5" imgW="914400" imgH="317500" progId="Equation.DSMT4">
                    <p:embed/>
                  </p:oleObj>
                </mc:Choice>
                <mc:Fallback>
                  <p:oleObj name="Equation" r:id="rId5" imgW="914400" imgH="3175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2024"/>
                          <a:ext cx="62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09" name="Object 17"/>
            <p:cNvGraphicFramePr>
              <a:graphicFrameLocks noChangeAspect="1"/>
            </p:cNvGraphicFramePr>
            <p:nvPr/>
          </p:nvGraphicFramePr>
          <p:xfrm>
            <a:off x="4486" y="2395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39" name="Equation" r:id="rId7" imgW="1114425" imgH="346710" progId="Equation.DSMT4">
                    <p:embed/>
                  </p:oleObj>
                </mc:Choice>
                <mc:Fallback>
                  <p:oleObj name="Equation" r:id="rId7" imgW="1114425" imgH="34671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6" y="2395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0" name="Object 18"/>
            <p:cNvGraphicFramePr>
              <a:graphicFrameLocks noChangeAspect="1"/>
            </p:cNvGraphicFramePr>
            <p:nvPr/>
          </p:nvGraphicFramePr>
          <p:xfrm>
            <a:off x="4467" y="2717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0" name="Equation" r:id="rId9" imgW="1152525" imgH="346710" progId="Equation.DSMT4">
                    <p:embed/>
                  </p:oleObj>
                </mc:Choice>
                <mc:Fallback>
                  <p:oleObj name="Equation" r:id="rId9" imgW="1152525" imgH="34671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" y="2717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1" name="Object 19"/>
            <p:cNvGraphicFramePr>
              <a:graphicFrameLocks noChangeAspect="1"/>
            </p:cNvGraphicFramePr>
            <p:nvPr/>
          </p:nvGraphicFramePr>
          <p:xfrm>
            <a:off x="3923" y="2386"/>
            <a:ext cx="136" cy="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1" name="Equation" r:id="rId11" imgW="142875" imgH="1857375" progId="Equation.DSMT4">
                    <p:embed/>
                  </p:oleObj>
                </mc:Choice>
                <mc:Fallback>
                  <p:oleObj name="Equation" r:id="rId11" imgW="142875" imgH="185737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386"/>
                          <a:ext cx="136" cy="1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2" name="Object 20"/>
            <p:cNvGraphicFramePr>
              <a:graphicFrameLocks noChangeAspect="1"/>
            </p:cNvGraphicFramePr>
            <p:nvPr/>
          </p:nvGraphicFramePr>
          <p:xfrm>
            <a:off x="4462" y="3075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2" name="Equation" r:id="rId13" imgW="1152525" imgH="346710" progId="Equation.DSMT4">
                    <p:embed/>
                  </p:oleObj>
                </mc:Choice>
                <mc:Fallback>
                  <p:oleObj name="Equation" r:id="rId13" imgW="1152525" imgH="34671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" y="3075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3" name="Object 21"/>
            <p:cNvGraphicFramePr>
              <a:graphicFrameLocks noChangeAspect="1"/>
            </p:cNvGraphicFramePr>
            <p:nvPr/>
          </p:nvGraphicFramePr>
          <p:xfrm>
            <a:off x="4486" y="3393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43" name="Equation" r:id="rId15" imgW="1114425" imgH="346710" progId="Equation.DSMT4">
                    <p:embed/>
                  </p:oleObj>
                </mc:Choice>
                <mc:Fallback>
                  <p:oleObj name="Equation" r:id="rId15" imgW="1114425" imgH="34671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6" y="3393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5958" name="Object 22"/>
          <p:cNvGraphicFramePr>
            <a:graphicFrameLocks noChangeAspect="1"/>
          </p:cNvGraphicFramePr>
          <p:nvPr/>
        </p:nvGraphicFramePr>
        <p:xfrm>
          <a:off x="2841625" y="3246438"/>
          <a:ext cx="2197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4" name="Equation" r:id="rId17" imgW="2124075" imgH="991235" progId="Equation.DSMT4">
                  <p:embed/>
                </p:oleObj>
              </mc:Choice>
              <mc:Fallback>
                <p:oleObj name="Equation" r:id="rId17" imgW="2124075" imgH="99123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3246438"/>
                        <a:ext cx="21971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59" name="Object 23"/>
          <p:cNvGraphicFramePr>
            <a:graphicFrameLocks noChangeAspect="1"/>
          </p:cNvGraphicFramePr>
          <p:nvPr/>
        </p:nvGraphicFramePr>
        <p:xfrm>
          <a:off x="2770188" y="4279900"/>
          <a:ext cx="2235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5" name="Equation" r:id="rId19" imgW="2162175" imgH="991235" progId="Equation.DSMT4">
                  <p:embed/>
                </p:oleObj>
              </mc:Choice>
              <mc:Fallback>
                <p:oleObj name="Equation" r:id="rId19" imgW="2162175" imgH="99123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4279900"/>
                        <a:ext cx="22352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60" name="Object 24"/>
          <p:cNvGraphicFramePr>
            <a:graphicFrameLocks noChangeAspect="1"/>
          </p:cNvGraphicFramePr>
          <p:nvPr/>
        </p:nvGraphicFramePr>
        <p:xfrm>
          <a:off x="2841625" y="5503863"/>
          <a:ext cx="120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6" name="Equation" r:id="rId21" imgW="1133475" imgH="500380" progId="Equation.DSMT4">
                  <p:embed/>
                </p:oleObj>
              </mc:Choice>
              <mc:Fallback>
                <p:oleObj name="Equation" r:id="rId21" imgW="1133475" imgH="5003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25" y="5503863"/>
                        <a:ext cx="1206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61" name="Object 25"/>
          <p:cNvGraphicFramePr>
            <a:graphicFrameLocks noChangeAspect="1"/>
          </p:cNvGraphicFramePr>
          <p:nvPr/>
        </p:nvGraphicFramePr>
        <p:xfrm>
          <a:off x="3994150" y="5648325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7" name="Equation" r:id="rId23" imgW="809625" imgH="346710" progId="Equation.DSMT4">
                  <p:embed/>
                </p:oleObj>
              </mc:Choice>
              <mc:Fallback>
                <p:oleObj name="Equation" r:id="rId23" imgW="809625" imgH="34671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5648325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962" name="Rectangle 26"/>
          <p:cNvSpPr>
            <a:spLocks noChangeArrowheads="1"/>
          </p:cNvSpPr>
          <p:nvPr/>
        </p:nvSpPr>
        <p:spPr bwMode="auto">
          <a:xfrm>
            <a:off x="4859338" y="3487738"/>
            <a:ext cx="9350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=3/8</a:t>
            </a:r>
            <a:endParaRPr lang="en-US" altLang="zh-CN" sz="3200" b="1"/>
          </a:p>
        </p:txBody>
      </p:sp>
      <p:sp>
        <p:nvSpPr>
          <p:cNvPr id="295963" name="Rectangle 27"/>
          <p:cNvSpPr>
            <a:spLocks noChangeArrowheads="1"/>
          </p:cNvSpPr>
          <p:nvPr/>
        </p:nvSpPr>
        <p:spPr bwMode="auto">
          <a:xfrm>
            <a:off x="4930775" y="4495800"/>
            <a:ext cx="935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=3/8</a:t>
            </a:r>
            <a:endParaRPr lang="en-US" altLang="zh-CN" sz="3200" b="1"/>
          </a:p>
        </p:txBody>
      </p:sp>
      <p:graphicFrame>
        <p:nvGraphicFramePr>
          <p:cNvPr id="295964" name="Object 28"/>
          <p:cNvGraphicFramePr>
            <a:graphicFrameLocks noChangeAspect="1"/>
          </p:cNvGraphicFramePr>
          <p:nvPr/>
        </p:nvGraphicFramePr>
        <p:xfrm>
          <a:off x="2859088" y="2627313"/>
          <a:ext cx="120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8" name="Equation" r:id="rId25" imgW="1133475" imgH="500380" progId="Equation.DSMT4">
                  <p:embed/>
                </p:oleObj>
              </mc:Choice>
              <mc:Fallback>
                <p:oleObj name="Equation" r:id="rId25" imgW="1133475" imgH="5003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2627313"/>
                        <a:ext cx="1206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65" name="Object 29"/>
          <p:cNvGraphicFramePr>
            <a:graphicFrameLocks noChangeAspect="1"/>
          </p:cNvGraphicFramePr>
          <p:nvPr/>
        </p:nvGraphicFramePr>
        <p:xfrm>
          <a:off x="4044950" y="2767013"/>
          <a:ext cx="787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9" name="Equation" r:id="rId27" imgW="714375" imgH="346710" progId="Equation.DSMT4">
                  <p:embed/>
                </p:oleObj>
              </mc:Choice>
              <mc:Fallback>
                <p:oleObj name="Equation" r:id="rId27" imgW="714375" imgH="34671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950" y="2767013"/>
                        <a:ext cx="787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5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9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5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5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5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 bldLvl="0" animBg="1" autoUpdateAnimBg="0"/>
      <p:bldP spid="295939" grpId="0" bldLvl="0" animBg="1" autoUpdateAnimBg="0"/>
      <p:bldP spid="295940" grpId="0" bldLvl="0" animBg="1" autoUpdateAnimBg="0"/>
      <p:bldP spid="295941" grpId="0" bldLvl="0" animBg="1" autoUpdateAnimBg="0"/>
      <p:bldP spid="295942" grpId="0" bldLvl="0" animBg="1" autoUpdateAnimBg="0"/>
      <p:bldP spid="295943" grpId="0" bldLvl="0" animBg="1" autoUpdateAnimBg="0"/>
      <p:bldP spid="295962" grpId="0" bldLvl="0" animBg="1" autoUpdateAnimBg="0"/>
      <p:bldP spid="295963" grpId="0" bldLvl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1219200" y="94615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一般地，对离散型 </a:t>
            </a:r>
            <a:r>
              <a:rPr lang="en-US" altLang="zh-CN" sz="2800" b="1" i="1"/>
              <a:t>r.v </a:t>
            </a:r>
            <a:r>
              <a:rPr lang="en-US" altLang="zh-CN" sz="2800" b="1"/>
              <a:t>( 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 </a:t>
            </a:r>
            <a:r>
              <a:rPr lang="en-US" altLang="zh-CN" sz="2800" b="1"/>
              <a:t>)</a:t>
            </a:r>
            <a:r>
              <a:rPr lang="zh-CN" altLang="en-US" sz="2800" b="1"/>
              <a:t>，</a:t>
            </a:r>
            <a:endParaRPr lang="zh-CN" altLang="en-US" sz="2800" b="1"/>
          </a:p>
        </p:txBody>
      </p:sp>
      <p:sp>
        <p:nvSpPr>
          <p:cNvPr id="411651" name="Rectangle 3"/>
          <p:cNvSpPr>
            <a:spLocks noChangeArrowheads="1"/>
          </p:cNvSpPr>
          <p:nvPr/>
        </p:nvSpPr>
        <p:spPr bwMode="auto">
          <a:xfrm>
            <a:off x="381000" y="2949575"/>
            <a:ext cx="508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则 </a:t>
            </a:r>
            <a:r>
              <a:rPr lang="en-US" altLang="en-US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,Y) </a:t>
            </a:r>
            <a:r>
              <a:rPr lang="zh-CN" altLang="en-US" sz="2800" b="1"/>
              <a:t>关于</a:t>
            </a:r>
            <a:r>
              <a:rPr lang="en-US" altLang="zh-CN" sz="2800" b="1" i="1"/>
              <a:t>X </a:t>
            </a:r>
            <a:r>
              <a:rPr lang="zh-CN" altLang="en-US" sz="2800" b="1"/>
              <a:t>的边缘分布律为</a:t>
            </a:r>
            <a:endParaRPr lang="zh-CN" altLang="en-US" sz="2800" b="1"/>
          </a:p>
        </p:txBody>
      </p:sp>
      <p:grpSp>
        <p:nvGrpSpPr>
          <p:cNvPr id="411652" name="Group 4"/>
          <p:cNvGrpSpPr/>
          <p:nvPr/>
        </p:nvGrpSpPr>
        <p:grpSpPr bwMode="auto">
          <a:xfrm>
            <a:off x="1173163" y="1522413"/>
            <a:ext cx="6408737" cy="1298575"/>
            <a:chOff x="793" y="1115"/>
            <a:chExt cx="4037" cy="818"/>
          </a:xfrm>
        </p:grpSpPr>
        <p:sp>
          <p:nvSpPr>
            <p:cNvPr id="17419" name="Rectangle 5"/>
            <p:cNvSpPr>
              <a:spLocks noChangeArrowheads="1"/>
            </p:cNvSpPr>
            <p:nvPr/>
          </p:nvSpPr>
          <p:spPr bwMode="auto">
            <a:xfrm>
              <a:off x="793" y="1115"/>
              <a:ext cx="23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0033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X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 </a:t>
              </a:r>
              <a:r>
                <a:rPr lang="zh-CN" altLang="en-US" sz="2800" b="1"/>
                <a:t>的联合分布律为</a:t>
              </a:r>
              <a:endParaRPr lang="zh-CN" altLang="en-US" sz="2800" b="1"/>
            </a:p>
          </p:txBody>
        </p:sp>
        <p:graphicFrame>
          <p:nvGraphicFramePr>
            <p:cNvPr id="17420" name="Object 6"/>
            <p:cNvGraphicFramePr>
              <a:graphicFrameLocks noChangeAspect="1"/>
            </p:cNvGraphicFramePr>
            <p:nvPr/>
          </p:nvGraphicFramePr>
          <p:xfrm>
            <a:off x="1128" y="1508"/>
            <a:ext cx="3702" cy="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9" name="公式" r:id="rId1" imgW="2019300" imgH="163830" progId="Equation.3">
                    <p:embed/>
                  </p:oleObj>
                </mc:Choice>
                <mc:Fallback>
                  <p:oleObj name="公式" r:id="rId1" imgW="2019300" imgH="16383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508"/>
                          <a:ext cx="3702" cy="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660033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655" name="Object 7"/>
          <p:cNvGraphicFramePr>
            <a:graphicFrameLocks noChangeAspect="1"/>
          </p:cNvGraphicFramePr>
          <p:nvPr/>
        </p:nvGraphicFramePr>
        <p:xfrm>
          <a:off x="2900363" y="3613150"/>
          <a:ext cx="46228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0" name="Equation" r:id="rId3" imgW="4543425" imgH="923925" progId="Equation.DSMT4">
                  <p:embed/>
                </p:oleObj>
              </mc:Choice>
              <mc:Fallback>
                <p:oleObj name="Equation" r:id="rId3" imgW="4543425" imgH="92392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363" y="3613150"/>
                        <a:ext cx="46228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6" name="Object 8"/>
          <p:cNvGraphicFramePr>
            <a:graphicFrameLocks noChangeAspect="1"/>
          </p:cNvGraphicFramePr>
          <p:nvPr/>
        </p:nvGraphicFramePr>
        <p:xfrm>
          <a:off x="5708650" y="4633913"/>
          <a:ext cx="193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1" name="公式" r:id="rId5" imgW="1857375" imgH="346710" progId="Equation.3">
                  <p:embed/>
                </p:oleObj>
              </mc:Choice>
              <mc:Fallback>
                <p:oleObj name="公式" r:id="rId5" imgW="1857375" imgH="34671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8650" y="4633913"/>
                        <a:ext cx="193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7" name="Object 9"/>
          <p:cNvGraphicFramePr>
            <a:graphicFrameLocks noChangeAspect="1"/>
          </p:cNvGraphicFramePr>
          <p:nvPr/>
        </p:nvGraphicFramePr>
        <p:xfrm>
          <a:off x="873125" y="3841750"/>
          <a:ext cx="1955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2" name="公式" r:id="rId7" imgW="1876425" imgH="356235" progId="Equation.3">
                  <p:embed/>
                </p:oleObj>
              </mc:Choice>
              <mc:Fallback>
                <p:oleObj name="公式" r:id="rId7" imgW="1876425" imgH="35623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3841750"/>
                        <a:ext cx="1955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8" name="Object 10"/>
          <p:cNvGraphicFramePr>
            <a:graphicFrameLocks noChangeAspect="1"/>
          </p:cNvGraphicFramePr>
          <p:nvPr/>
        </p:nvGraphicFramePr>
        <p:xfrm>
          <a:off x="1227138" y="5067300"/>
          <a:ext cx="49149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3" name="公式" r:id="rId9" imgW="4838700" imgH="1000760" progId="Equation.3">
                  <p:embed/>
                </p:oleObj>
              </mc:Choice>
              <mc:Fallback>
                <p:oleObj name="公式" r:id="rId9" imgW="4838700" imgH="100076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138" y="5067300"/>
                        <a:ext cx="4914900" cy="1066800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381000" y="228600"/>
            <a:ext cx="6842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离散型随机变量的边缘分布律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11660" name="Object 12"/>
          <p:cNvGraphicFramePr>
            <a:graphicFrameLocks noChangeAspect="1"/>
          </p:cNvGraphicFramePr>
          <p:nvPr/>
        </p:nvGraphicFramePr>
        <p:xfrm>
          <a:off x="7467600" y="3505200"/>
          <a:ext cx="77628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64" name="Equation" r:id="rId11" imgW="292100" imgH="317500" progId="Equation.3">
                  <p:embed/>
                </p:oleObj>
              </mc:Choice>
              <mc:Fallback>
                <p:oleObj name="Equation" r:id="rId11" imgW="292100" imgH="3175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505200"/>
                        <a:ext cx="77628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11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bldLvl="0" animBg="1" autoUpdateAnimBg="0"/>
      <p:bldP spid="411651" grpId="0" bldLvl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838200" y="1066800"/>
            <a:ext cx="606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2800" b="1"/>
              <a:t>( </a:t>
            </a:r>
            <a:r>
              <a:rPr lang="en-US" altLang="zh-CN" sz="2800" b="1" i="1"/>
              <a:t>X,Y </a:t>
            </a:r>
            <a:r>
              <a:rPr lang="en-US" altLang="zh-CN" sz="2800" b="1"/>
              <a:t>)  </a:t>
            </a:r>
            <a:r>
              <a:rPr lang="zh-CN" altLang="en-US" sz="2800" b="1"/>
              <a:t>关于 </a:t>
            </a:r>
            <a:r>
              <a:rPr lang="en-US" altLang="zh-CN" sz="2800" b="1" i="1"/>
              <a:t>Y </a:t>
            </a:r>
            <a:r>
              <a:rPr lang="zh-CN" altLang="en-US" sz="2800" b="1"/>
              <a:t>的边缘分布律为</a:t>
            </a:r>
            <a:endParaRPr lang="zh-CN" altLang="en-US" sz="2800" b="1"/>
          </a:p>
        </p:txBody>
      </p:sp>
      <p:graphicFrame>
        <p:nvGraphicFramePr>
          <p:cNvPr id="412675" name="Object 3"/>
          <p:cNvGraphicFramePr>
            <a:graphicFrameLocks noChangeAspect="1"/>
          </p:cNvGraphicFramePr>
          <p:nvPr/>
        </p:nvGraphicFramePr>
        <p:xfrm>
          <a:off x="323850" y="2205038"/>
          <a:ext cx="1892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公式" r:id="rId1" imgW="1819275" imgH="394335" progId="Equation.3">
                  <p:embed/>
                </p:oleObj>
              </mc:Choice>
              <mc:Fallback>
                <p:oleObj name="公式" r:id="rId1" imgW="1819275" imgH="39433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205038"/>
                        <a:ext cx="1892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6" name="Object 4"/>
          <p:cNvGraphicFramePr>
            <a:graphicFrameLocks noChangeAspect="1"/>
          </p:cNvGraphicFramePr>
          <p:nvPr/>
        </p:nvGraphicFramePr>
        <p:xfrm>
          <a:off x="2195513" y="1989138"/>
          <a:ext cx="51308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公式" r:id="rId3" imgW="5057775" imgH="875665" progId="Equation.3">
                  <p:embed/>
                </p:oleObj>
              </mc:Choice>
              <mc:Fallback>
                <p:oleObj name="公式" r:id="rId3" imgW="5057775" imgH="8756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89138"/>
                        <a:ext cx="51308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2677" name="Object 5"/>
          <p:cNvGraphicFramePr>
            <a:graphicFrameLocks noChangeAspect="1"/>
          </p:cNvGraphicFramePr>
          <p:nvPr/>
        </p:nvGraphicFramePr>
        <p:xfrm>
          <a:off x="5043488" y="3057525"/>
          <a:ext cx="2044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9" name="Equation" r:id="rId5" imgW="1971675" imgH="423545" progId="Equation.DSMT4">
                  <p:embed/>
                </p:oleObj>
              </mc:Choice>
              <mc:Fallback>
                <p:oleObj name="Equation" r:id="rId5" imgW="1971675" imgH="4235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3057525"/>
                        <a:ext cx="20447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04800" y="304800"/>
            <a:ext cx="7839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/>
              <a:t>例</a:t>
            </a:r>
            <a:r>
              <a:rPr lang="en-US" altLang="zh-CN" sz="2800" b="1"/>
              <a:t>1</a:t>
            </a:r>
            <a:r>
              <a:rPr lang="zh-CN" altLang="en-US" sz="2800" b="1"/>
              <a:t>　把一枚均匀硬币抛掷三次，设</a:t>
            </a:r>
            <a:r>
              <a:rPr lang="en-US" altLang="zh-CN" sz="2800" b="1" i="1"/>
              <a:t>X</a:t>
            </a:r>
            <a:r>
              <a:rPr lang="zh-CN" altLang="en-US" sz="2800" b="1"/>
              <a:t>为三次抛掷中正面出现的次数 ，而 </a:t>
            </a:r>
            <a:r>
              <a:rPr lang="en-US" altLang="zh-CN" sz="2800" b="1" i="1"/>
              <a:t>Y </a:t>
            </a:r>
            <a:r>
              <a:rPr lang="zh-CN" altLang="en-US" sz="2800" b="1"/>
              <a:t>为正面出现次数与反面出现次数之差的绝对值 </a:t>
            </a:r>
            <a:r>
              <a:rPr lang="en-US" altLang="zh-CN" sz="2800" b="1"/>
              <a:t>, </a:t>
            </a:r>
            <a:r>
              <a:rPr lang="zh-CN" altLang="en-US" sz="2800" b="1"/>
              <a:t>求 </a:t>
            </a:r>
            <a:r>
              <a:rPr lang="en-US" altLang="zh-CN" sz="2800" b="1"/>
              <a:t>(</a:t>
            </a:r>
            <a:r>
              <a:rPr lang="en-US" altLang="zh-CN" sz="2800" b="1" i="1"/>
              <a:t>X </a:t>
            </a:r>
            <a:r>
              <a:rPr lang="en-US" altLang="zh-CN" sz="2800" b="1"/>
              <a:t>,Y) </a:t>
            </a:r>
            <a:r>
              <a:rPr lang="zh-CN" altLang="en-US" sz="2800" b="1"/>
              <a:t>的分布律</a:t>
            </a:r>
            <a:r>
              <a:rPr lang="zh-CN" altLang="en-US" sz="2800" b="1">
                <a:solidFill>
                  <a:srgbClr val="FFFF99"/>
                </a:solidFill>
              </a:rPr>
              <a:t> </a:t>
            </a:r>
            <a:r>
              <a:rPr lang="en-US" altLang="zh-CN" sz="2800" b="1">
                <a:solidFill>
                  <a:srgbClr val="FFFF99"/>
                </a:solidFill>
              </a:rPr>
              <a:t>.</a:t>
            </a:r>
            <a:endParaRPr lang="en-US" altLang="zh-CN" sz="2800" b="1">
              <a:solidFill>
                <a:srgbClr val="FFFF99"/>
              </a:solidFill>
            </a:endParaRPr>
          </a:p>
        </p:txBody>
      </p:sp>
      <p:sp>
        <p:nvSpPr>
          <p:cNvPr id="413699" name="Rectangle 3"/>
          <p:cNvSpPr>
            <a:spLocks noChangeArrowheads="1"/>
          </p:cNvSpPr>
          <p:nvPr/>
        </p:nvSpPr>
        <p:spPr bwMode="auto">
          <a:xfrm>
            <a:off x="1025525" y="1806575"/>
            <a:ext cx="6724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解    </a:t>
            </a:r>
            <a:r>
              <a:rPr lang="en-US" altLang="zh-CN" sz="2800" b="1">
                <a:solidFill>
                  <a:schemeClr val="accent2"/>
                </a:solidFill>
              </a:rPr>
              <a:t>( 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, 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en-US" altLang="zh-CN" sz="2800" b="1">
                <a:solidFill>
                  <a:schemeClr val="accent2"/>
                </a:solidFill>
              </a:rPr>
              <a:t>) </a:t>
            </a:r>
            <a:r>
              <a:rPr lang="zh-CN" altLang="en-US" sz="2800" b="1">
                <a:solidFill>
                  <a:schemeClr val="accent2"/>
                </a:solidFill>
              </a:rPr>
              <a:t>可取值 </a:t>
            </a:r>
            <a:r>
              <a:rPr lang="en-US" altLang="zh-CN" sz="2800" b="1">
                <a:solidFill>
                  <a:schemeClr val="accent2"/>
                </a:solidFill>
              </a:rPr>
              <a:t>(0,3) , (1,1) , (2,1) , (3,3)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413700" name="Rectangle 4"/>
          <p:cNvSpPr>
            <a:spLocks noChangeArrowheads="1"/>
          </p:cNvSpPr>
          <p:nvPr/>
        </p:nvSpPr>
        <p:spPr bwMode="auto">
          <a:xfrm>
            <a:off x="304800" y="2389188"/>
            <a:ext cx="23447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=0, </a:t>
            </a:r>
            <a:r>
              <a:rPr lang="en-US" altLang="zh-CN" sz="3200" b="1" i="1"/>
              <a:t>Y</a:t>
            </a:r>
            <a:r>
              <a:rPr lang="en-US" altLang="zh-CN" sz="3200" b="1"/>
              <a:t>=3}</a:t>
            </a:r>
            <a:endParaRPr lang="en-US" altLang="zh-CN" sz="3200" b="1"/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233363" y="3254375"/>
            <a:ext cx="2305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=1,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=1}</a:t>
            </a:r>
            <a:r>
              <a:rPr lang="en-US" altLang="zh-CN" sz="3200" b="1">
                <a:solidFill>
                  <a:srgbClr val="FFFF99"/>
                </a:solidFill>
              </a:rPr>
              <a:t>               </a:t>
            </a:r>
            <a:endParaRPr lang="en-US" altLang="zh-CN" sz="3200" b="1">
              <a:solidFill>
                <a:srgbClr val="FFFF99"/>
              </a:solidFill>
            </a:endParaRPr>
          </a:p>
        </p:txBody>
      </p:sp>
      <p:sp>
        <p:nvSpPr>
          <p:cNvPr id="413702" name="Rectangle 6"/>
          <p:cNvSpPr>
            <a:spLocks noChangeArrowheads="1"/>
          </p:cNvSpPr>
          <p:nvPr/>
        </p:nvSpPr>
        <p:spPr bwMode="auto">
          <a:xfrm>
            <a:off x="233363" y="4284663"/>
            <a:ext cx="23034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=2,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=1}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3703" name="Rectangle 7"/>
          <p:cNvSpPr>
            <a:spLocks noChangeArrowheads="1"/>
          </p:cNvSpPr>
          <p:nvPr/>
        </p:nvSpPr>
        <p:spPr bwMode="auto">
          <a:xfrm>
            <a:off x="233363" y="5270500"/>
            <a:ext cx="23447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=3,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=0}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pSp>
        <p:nvGrpSpPr>
          <p:cNvPr id="413704" name="Group 8"/>
          <p:cNvGrpSpPr/>
          <p:nvPr/>
        </p:nvGrpSpPr>
        <p:grpSpPr bwMode="auto">
          <a:xfrm>
            <a:off x="5705475" y="2824163"/>
            <a:ext cx="2447925" cy="2665412"/>
            <a:chOff x="3787" y="1978"/>
            <a:chExt cx="1542" cy="1679"/>
          </a:xfrm>
        </p:grpSpPr>
        <p:sp>
          <p:nvSpPr>
            <p:cNvPr id="19473" name="Line 9"/>
            <p:cNvSpPr>
              <a:spLocks noChangeShapeType="1"/>
            </p:cNvSpPr>
            <p:nvPr/>
          </p:nvSpPr>
          <p:spPr bwMode="auto">
            <a:xfrm>
              <a:off x="3831" y="1978"/>
              <a:ext cx="1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Line 10"/>
            <p:cNvSpPr>
              <a:spLocks noChangeShapeType="1"/>
            </p:cNvSpPr>
            <p:nvPr/>
          </p:nvSpPr>
          <p:spPr bwMode="auto">
            <a:xfrm flipV="1">
              <a:off x="3831" y="2296"/>
              <a:ext cx="1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Line 11"/>
            <p:cNvSpPr>
              <a:spLocks noChangeShapeType="1"/>
            </p:cNvSpPr>
            <p:nvPr/>
          </p:nvSpPr>
          <p:spPr bwMode="auto">
            <a:xfrm>
              <a:off x="3846" y="1996"/>
              <a:ext cx="394" cy="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Line 12"/>
            <p:cNvSpPr>
              <a:spLocks noChangeShapeType="1"/>
            </p:cNvSpPr>
            <p:nvPr/>
          </p:nvSpPr>
          <p:spPr bwMode="auto">
            <a:xfrm flipH="1">
              <a:off x="4240" y="1978"/>
              <a:ext cx="0" cy="16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Line 13"/>
            <p:cNvSpPr>
              <a:spLocks noChangeShapeType="1"/>
            </p:cNvSpPr>
            <p:nvPr/>
          </p:nvSpPr>
          <p:spPr bwMode="auto">
            <a:xfrm>
              <a:off x="3787" y="3657"/>
              <a:ext cx="14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78" name="Object 14"/>
            <p:cNvGraphicFramePr>
              <a:graphicFrameLocks noChangeAspect="1"/>
            </p:cNvGraphicFramePr>
            <p:nvPr/>
          </p:nvGraphicFramePr>
          <p:xfrm>
            <a:off x="4038" y="1978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8" name="Equation" r:id="rId1" imgW="200025" imgH="221615" progId="Equation.DSMT4">
                    <p:embed/>
                  </p:oleObj>
                </mc:Choice>
                <mc:Fallback>
                  <p:oleObj name="Equation" r:id="rId1" imgW="200025" imgH="221615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8" y="1978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15"/>
            <p:cNvGraphicFramePr>
              <a:graphicFrameLocks noChangeAspect="1"/>
            </p:cNvGraphicFramePr>
            <p:nvPr/>
          </p:nvGraphicFramePr>
          <p:xfrm>
            <a:off x="3814" y="211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09" name="Equation" r:id="rId3" imgW="276225" imgH="221615" progId="Equation.DSMT4">
                    <p:embed/>
                  </p:oleObj>
                </mc:Choice>
                <mc:Fallback>
                  <p:oleObj name="Equation" r:id="rId3" imgW="276225" imgH="22161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4" y="211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16"/>
            <p:cNvGraphicFramePr>
              <a:graphicFrameLocks noChangeAspect="1"/>
            </p:cNvGraphicFramePr>
            <p:nvPr/>
          </p:nvGraphicFramePr>
          <p:xfrm>
            <a:off x="4521" y="2024"/>
            <a:ext cx="62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0" name="Equation" r:id="rId5" imgW="914400" imgH="317500" progId="Equation.DSMT4">
                    <p:embed/>
                  </p:oleObj>
                </mc:Choice>
                <mc:Fallback>
                  <p:oleObj name="Equation" r:id="rId5" imgW="914400" imgH="3175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21" y="2024"/>
                          <a:ext cx="62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17"/>
            <p:cNvGraphicFramePr>
              <a:graphicFrameLocks noChangeAspect="1"/>
            </p:cNvGraphicFramePr>
            <p:nvPr/>
          </p:nvGraphicFramePr>
          <p:xfrm>
            <a:off x="4486" y="2395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1" name="Equation" r:id="rId7" imgW="1114425" imgH="346710" progId="Equation.DSMT4">
                    <p:embed/>
                  </p:oleObj>
                </mc:Choice>
                <mc:Fallback>
                  <p:oleObj name="Equation" r:id="rId7" imgW="1114425" imgH="34671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6" y="2395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2" name="Object 18"/>
            <p:cNvGraphicFramePr>
              <a:graphicFrameLocks noChangeAspect="1"/>
            </p:cNvGraphicFramePr>
            <p:nvPr/>
          </p:nvGraphicFramePr>
          <p:xfrm>
            <a:off x="4467" y="2717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2" name="Equation" r:id="rId9" imgW="1152525" imgH="346710" progId="Equation.DSMT4">
                    <p:embed/>
                  </p:oleObj>
                </mc:Choice>
                <mc:Fallback>
                  <p:oleObj name="Equation" r:id="rId9" imgW="1152525" imgH="34671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" y="2717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19"/>
            <p:cNvGraphicFramePr>
              <a:graphicFrameLocks noChangeAspect="1"/>
            </p:cNvGraphicFramePr>
            <p:nvPr/>
          </p:nvGraphicFramePr>
          <p:xfrm>
            <a:off x="3923" y="2386"/>
            <a:ext cx="136" cy="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3" name="Equation" r:id="rId11" imgW="142875" imgH="1857375" progId="Equation.DSMT4">
                    <p:embed/>
                  </p:oleObj>
                </mc:Choice>
                <mc:Fallback>
                  <p:oleObj name="Equation" r:id="rId11" imgW="142875" imgH="185737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2386"/>
                          <a:ext cx="136" cy="1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4" name="Object 20"/>
            <p:cNvGraphicFramePr>
              <a:graphicFrameLocks noChangeAspect="1"/>
            </p:cNvGraphicFramePr>
            <p:nvPr/>
          </p:nvGraphicFramePr>
          <p:xfrm>
            <a:off x="4462" y="3075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4" name="Equation" r:id="rId13" imgW="1152525" imgH="346710" progId="Equation.DSMT4">
                    <p:embed/>
                  </p:oleObj>
                </mc:Choice>
                <mc:Fallback>
                  <p:oleObj name="Equation" r:id="rId13" imgW="1152525" imgH="34671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2" y="3075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5" name="Object 21"/>
            <p:cNvGraphicFramePr>
              <a:graphicFrameLocks noChangeAspect="1"/>
            </p:cNvGraphicFramePr>
            <p:nvPr/>
          </p:nvGraphicFramePr>
          <p:xfrm>
            <a:off x="4486" y="3393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815" name="Equation" r:id="rId15" imgW="1114425" imgH="346710" progId="Equation.DSMT4">
                    <p:embed/>
                  </p:oleObj>
                </mc:Choice>
                <mc:Fallback>
                  <p:oleObj name="Equation" r:id="rId15" imgW="1114425" imgH="34671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6" y="3393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3718" name="Object 22"/>
          <p:cNvGraphicFramePr>
            <a:graphicFrameLocks noChangeAspect="1"/>
          </p:cNvGraphicFramePr>
          <p:nvPr/>
        </p:nvGraphicFramePr>
        <p:xfrm>
          <a:off x="2555875" y="2997200"/>
          <a:ext cx="21971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6" name="Equation" r:id="rId17" imgW="2124075" imgH="991235" progId="Equation.DSMT4">
                  <p:embed/>
                </p:oleObj>
              </mc:Choice>
              <mc:Fallback>
                <p:oleObj name="Equation" r:id="rId17" imgW="2124075" imgH="99123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997200"/>
                        <a:ext cx="21971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19" name="Object 23"/>
          <p:cNvGraphicFramePr>
            <a:graphicFrameLocks noChangeAspect="1"/>
          </p:cNvGraphicFramePr>
          <p:nvPr/>
        </p:nvGraphicFramePr>
        <p:xfrm>
          <a:off x="2465388" y="4049713"/>
          <a:ext cx="2235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7" name="Equation" r:id="rId19" imgW="2162175" imgH="991235" progId="Equation.DSMT4">
                  <p:embed/>
                </p:oleObj>
              </mc:Choice>
              <mc:Fallback>
                <p:oleObj name="Equation" r:id="rId19" imgW="2162175" imgH="99123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5388" y="4049713"/>
                        <a:ext cx="22352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0" name="Object 24"/>
          <p:cNvGraphicFramePr>
            <a:graphicFrameLocks noChangeAspect="1"/>
          </p:cNvGraphicFramePr>
          <p:nvPr/>
        </p:nvGraphicFramePr>
        <p:xfrm>
          <a:off x="2536825" y="5273675"/>
          <a:ext cx="120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8" name="Equation" r:id="rId21" imgW="1133475" imgH="500380" progId="Equation.DSMT4">
                  <p:embed/>
                </p:oleObj>
              </mc:Choice>
              <mc:Fallback>
                <p:oleObj name="Equation" r:id="rId21" imgW="1133475" imgH="5003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5273675"/>
                        <a:ext cx="1206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1" name="Object 25"/>
          <p:cNvGraphicFramePr>
            <a:graphicFrameLocks noChangeAspect="1"/>
          </p:cNvGraphicFramePr>
          <p:nvPr/>
        </p:nvGraphicFramePr>
        <p:xfrm>
          <a:off x="3689350" y="5418138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19" name="Equation" r:id="rId23" imgW="809625" imgH="346710" progId="Equation.DSMT4">
                  <p:embed/>
                </p:oleObj>
              </mc:Choice>
              <mc:Fallback>
                <p:oleObj name="Equation" r:id="rId23" imgW="809625" imgH="34671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5418138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3722" name="Rectangle 26"/>
          <p:cNvSpPr>
            <a:spLocks noChangeArrowheads="1"/>
          </p:cNvSpPr>
          <p:nvPr/>
        </p:nvSpPr>
        <p:spPr bwMode="auto">
          <a:xfrm>
            <a:off x="4554538" y="3257550"/>
            <a:ext cx="9350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=3/8</a:t>
            </a:r>
            <a:endParaRPr lang="en-US" altLang="zh-CN" sz="3200" b="1"/>
          </a:p>
        </p:txBody>
      </p:sp>
      <p:sp>
        <p:nvSpPr>
          <p:cNvPr id="413723" name="Rectangle 27"/>
          <p:cNvSpPr>
            <a:spLocks noChangeArrowheads="1"/>
          </p:cNvSpPr>
          <p:nvPr/>
        </p:nvSpPr>
        <p:spPr bwMode="auto">
          <a:xfrm>
            <a:off x="4625975" y="4265613"/>
            <a:ext cx="93503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/>
              <a:t>=3/8</a:t>
            </a:r>
            <a:endParaRPr lang="en-US" altLang="zh-CN" sz="3200" b="1"/>
          </a:p>
        </p:txBody>
      </p:sp>
      <p:graphicFrame>
        <p:nvGraphicFramePr>
          <p:cNvPr id="413724" name="Object 28"/>
          <p:cNvGraphicFramePr>
            <a:graphicFrameLocks noChangeAspect="1"/>
          </p:cNvGraphicFramePr>
          <p:nvPr/>
        </p:nvGraphicFramePr>
        <p:xfrm>
          <a:off x="2536825" y="2397125"/>
          <a:ext cx="1206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20" name="Equation" r:id="rId25" imgW="1133475" imgH="500380" progId="Equation.DSMT4">
                  <p:embed/>
                </p:oleObj>
              </mc:Choice>
              <mc:Fallback>
                <p:oleObj name="Equation" r:id="rId25" imgW="1133475" imgH="50038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2397125"/>
                        <a:ext cx="1206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3725" name="Object 29"/>
          <p:cNvGraphicFramePr>
            <a:graphicFrameLocks noChangeAspect="1"/>
          </p:cNvGraphicFramePr>
          <p:nvPr/>
        </p:nvGraphicFramePr>
        <p:xfrm>
          <a:off x="3740150" y="2536825"/>
          <a:ext cx="787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21" name="Equation" r:id="rId27" imgW="714375" imgH="346710" progId="Equation.DSMT4">
                  <p:embed/>
                </p:oleObj>
              </mc:Choice>
              <mc:Fallback>
                <p:oleObj name="Equation" r:id="rId27" imgW="714375" imgH="34671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0150" y="2536825"/>
                        <a:ext cx="787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3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13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3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3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3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3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3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13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699" grpId="0" bldLvl="0" animBg="1" autoUpdateAnimBg="0"/>
      <p:bldP spid="413700" grpId="0" bldLvl="0" animBg="1" autoUpdateAnimBg="0"/>
      <p:bldP spid="413701" grpId="0" bldLvl="0" animBg="1" autoUpdateAnimBg="0"/>
      <p:bldP spid="413702" grpId="0" bldLvl="0" animBg="1" autoUpdateAnimBg="0"/>
      <p:bldP spid="413703" grpId="0" bldLvl="0" animBg="1" autoUpdateAnimBg="0"/>
      <p:bldP spid="413722" grpId="0" bldLvl="0" animBg="1" autoUpdateAnimBg="0"/>
      <p:bldP spid="413723" grpId="0" bldLvl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722" name="Picture 2" descr="表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0"/>
            <a:ext cx="3594100" cy="209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4723" name="Rectangle 3"/>
          <p:cNvSpPr>
            <a:spLocks noChangeArrowheads="1"/>
          </p:cNvSpPr>
          <p:nvPr/>
        </p:nvSpPr>
        <p:spPr bwMode="auto">
          <a:xfrm>
            <a:off x="1074738" y="2159000"/>
            <a:ext cx="1712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2"/>
                </a:solidFill>
              </a:rPr>
              <a:t>P{X=0}=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4" name="Rectangle 4"/>
          <p:cNvSpPr>
            <a:spLocks noChangeArrowheads="1"/>
          </p:cNvSpPr>
          <p:nvPr/>
        </p:nvSpPr>
        <p:spPr bwMode="auto">
          <a:xfrm>
            <a:off x="1046163" y="2738438"/>
            <a:ext cx="1690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=1}=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5" name="Rectangle 5"/>
          <p:cNvSpPr>
            <a:spLocks noChangeArrowheads="1"/>
          </p:cNvSpPr>
          <p:nvPr/>
        </p:nvSpPr>
        <p:spPr bwMode="auto">
          <a:xfrm>
            <a:off x="1039813" y="3243263"/>
            <a:ext cx="16906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=2}=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6" name="Rectangle 6"/>
          <p:cNvSpPr>
            <a:spLocks noChangeArrowheads="1"/>
          </p:cNvSpPr>
          <p:nvPr/>
        </p:nvSpPr>
        <p:spPr bwMode="auto">
          <a:xfrm>
            <a:off x="1066800" y="3814763"/>
            <a:ext cx="16906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chemeClr val="accent2"/>
                </a:solidFill>
              </a:rPr>
              <a:t>P{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=3}=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7" name="Rectangle 7"/>
          <p:cNvSpPr>
            <a:spLocks noChangeArrowheads="1"/>
          </p:cNvSpPr>
          <p:nvPr/>
        </p:nvSpPr>
        <p:spPr bwMode="auto">
          <a:xfrm>
            <a:off x="1001713" y="4460875"/>
            <a:ext cx="166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=1}=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8" name="Rectangle 8"/>
          <p:cNvSpPr>
            <a:spLocks noChangeArrowheads="1"/>
          </p:cNvSpPr>
          <p:nvPr/>
        </p:nvSpPr>
        <p:spPr bwMode="auto">
          <a:xfrm>
            <a:off x="1062038" y="5467350"/>
            <a:ext cx="166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P</a:t>
            </a:r>
            <a:r>
              <a:rPr lang="en-US" altLang="zh-CN" sz="3200" b="1">
                <a:solidFill>
                  <a:schemeClr val="accent2"/>
                </a:solidFill>
              </a:rPr>
              <a:t>{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=3}=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29" name="Rectangle 9"/>
          <p:cNvSpPr>
            <a:spLocks noChangeArrowheads="1"/>
          </p:cNvSpPr>
          <p:nvPr/>
        </p:nvSpPr>
        <p:spPr bwMode="auto">
          <a:xfrm>
            <a:off x="7123113" y="2162175"/>
            <a:ext cx="1008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=1/8,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30" name="Rectangle 10"/>
          <p:cNvSpPr>
            <a:spLocks noChangeArrowheads="1"/>
          </p:cNvSpPr>
          <p:nvPr/>
        </p:nvSpPr>
        <p:spPr bwMode="auto">
          <a:xfrm>
            <a:off x="2586038" y="2162175"/>
            <a:ext cx="4737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=0, </a:t>
            </a:r>
            <a:r>
              <a:rPr lang="en-US" altLang="zh-CN" sz="3200" b="1" i="1"/>
              <a:t>Y</a:t>
            </a:r>
            <a:r>
              <a:rPr lang="en-US" altLang="zh-CN" sz="3200" b="1"/>
              <a:t>=1}+</a:t>
            </a:r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=0, </a:t>
            </a:r>
            <a:r>
              <a:rPr lang="en-US" altLang="zh-CN" sz="3200" b="1" i="1"/>
              <a:t>Y</a:t>
            </a:r>
            <a:r>
              <a:rPr lang="en-US" altLang="zh-CN" sz="3200" b="1"/>
              <a:t>=3}</a:t>
            </a:r>
            <a:endParaRPr lang="en-US" altLang="zh-CN" sz="3200" b="1"/>
          </a:p>
        </p:txBody>
      </p:sp>
      <p:sp>
        <p:nvSpPr>
          <p:cNvPr id="414731" name="Rectangle 11"/>
          <p:cNvSpPr>
            <a:spLocks noChangeArrowheads="1"/>
          </p:cNvSpPr>
          <p:nvPr/>
        </p:nvSpPr>
        <p:spPr bwMode="auto">
          <a:xfrm>
            <a:off x="7094538" y="2738438"/>
            <a:ext cx="1036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=3/8,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32" name="Rectangle 12"/>
          <p:cNvSpPr>
            <a:spLocks noChangeArrowheads="1"/>
          </p:cNvSpPr>
          <p:nvPr/>
        </p:nvSpPr>
        <p:spPr bwMode="auto">
          <a:xfrm>
            <a:off x="2559050" y="2735263"/>
            <a:ext cx="473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=1, </a:t>
            </a:r>
            <a:r>
              <a:rPr lang="en-US" altLang="zh-CN" sz="3200" b="1" i="1"/>
              <a:t>Y</a:t>
            </a:r>
            <a:r>
              <a:rPr lang="en-US" altLang="zh-CN" sz="3200" b="1"/>
              <a:t>=1}+</a:t>
            </a:r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=1, </a:t>
            </a:r>
            <a:r>
              <a:rPr lang="en-US" altLang="zh-CN" sz="3200" b="1" i="1"/>
              <a:t>Y</a:t>
            </a:r>
            <a:r>
              <a:rPr lang="en-US" altLang="zh-CN" sz="3200" b="1"/>
              <a:t>=3}</a:t>
            </a:r>
            <a:endParaRPr lang="en-US" altLang="zh-CN" sz="3200" b="1"/>
          </a:p>
        </p:txBody>
      </p:sp>
      <p:sp>
        <p:nvSpPr>
          <p:cNvPr id="414733" name="Rectangle 13"/>
          <p:cNvSpPr>
            <a:spLocks noChangeArrowheads="1"/>
          </p:cNvSpPr>
          <p:nvPr/>
        </p:nvSpPr>
        <p:spPr bwMode="auto">
          <a:xfrm>
            <a:off x="7123113" y="3243263"/>
            <a:ext cx="10366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=3/8,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34" name="Rectangle 14"/>
          <p:cNvSpPr>
            <a:spLocks noChangeArrowheads="1"/>
          </p:cNvSpPr>
          <p:nvPr/>
        </p:nvSpPr>
        <p:spPr bwMode="auto">
          <a:xfrm>
            <a:off x="2601913" y="3243263"/>
            <a:ext cx="473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=2, </a:t>
            </a:r>
            <a:r>
              <a:rPr lang="en-US" altLang="zh-CN" sz="3200" b="1" i="1"/>
              <a:t>Y</a:t>
            </a:r>
            <a:r>
              <a:rPr lang="en-US" altLang="zh-CN" sz="3200" b="1"/>
              <a:t>=1}+</a:t>
            </a:r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=2, </a:t>
            </a:r>
            <a:r>
              <a:rPr lang="en-US" altLang="zh-CN" sz="3200" b="1" i="1"/>
              <a:t>Y</a:t>
            </a:r>
            <a:r>
              <a:rPr lang="en-US" altLang="zh-CN" sz="3200" b="1"/>
              <a:t>=3}</a:t>
            </a:r>
            <a:endParaRPr lang="en-US" altLang="zh-CN" sz="3200" b="1"/>
          </a:p>
        </p:txBody>
      </p:sp>
      <p:sp>
        <p:nvSpPr>
          <p:cNvPr id="414735" name="Rectangle 15"/>
          <p:cNvSpPr>
            <a:spLocks noChangeArrowheads="1"/>
          </p:cNvSpPr>
          <p:nvPr/>
        </p:nvSpPr>
        <p:spPr bwMode="auto">
          <a:xfrm>
            <a:off x="2601913" y="3814763"/>
            <a:ext cx="47371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=3, </a:t>
            </a:r>
            <a:r>
              <a:rPr lang="en-US" altLang="zh-CN" sz="3200" b="1" i="1"/>
              <a:t>Y</a:t>
            </a:r>
            <a:r>
              <a:rPr lang="en-US" altLang="zh-CN" sz="3200" b="1"/>
              <a:t>=1}+</a:t>
            </a:r>
            <a:r>
              <a:rPr lang="en-US" altLang="zh-CN" sz="3200" b="1" i="1"/>
              <a:t>P</a:t>
            </a:r>
            <a:r>
              <a:rPr lang="en-US" altLang="zh-CN" sz="3200" b="1"/>
              <a:t>{</a:t>
            </a:r>
            <a:r>
              <a:rPr lang="en-US" altLang="zh-CN" sz="3200" b="1" i="1"/>
              <a:t>X</a:t>
            </a:r>
            <a:r>
              <a:rPr lang="en-US" altLang="zh-CN" sz="3200" b="1"/>
              <a:t>=3, </a:t>
            </a:r>
            <a:r>
              <a:rPr lang="en-US" altLang="zh-CN" sz="3200" b="1" i="1"/>
              <a:t>Y</a:t>
            </a:r>
            <a:r>
              <a:rPr lang="en-US" altLang="zh-CN" sz="3200" b="1"/>
              <a:t>=3}</a:t>
            </a:r>
            <a:endParaRPr lang="en-US" altLang="zh-CN" sz="3200" b="1"/>
          </a:p>
        </p:txBody>
      </p:sp>
      <p:sp>
        <p:nvSpPr>
          <p:cNvPr id="414736" name="Rectangle 16"/>
          <p:cNvSpPr>
            <a:spLocks noChangeArrowheads="1"/>
          </p:cNvSpPr>
          <p:nvPr/>
        </p:nvSpPr>
        <p:spPr bwMode="auto">
          <a:xfrm>
            <a:off x="7123113" y="3817938"/>
            <a:ext cx="1008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=1/8.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aphicFrame>
        <p:nvGraphicFramePr>
          <p:cNvPr id="414737" name="Object 17"/>
          <p:cNvGraphicFramePr>
            <a:graphicFrameLocks noChangeAspect="1"/>
          </p:cNvGraphicFramePr>
          <p:nvPr/>
        </p:nvGraphicFramePr>
        <p:xfrm>
          <a:off x="2597150" y="4319588"/>
          <a:ext cx="2832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7" name="Equation" r:id="rId2" imgW="2752725" imgH="885825" progId="Equation.DSMT4">
                  <p:embed/>
                </p:oleObj>
              </mc:Choice>
              <mc:Fallback>
                <p:oleObj name="Equation" r:id="rId2" imgW="2752725" imgH="88582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0" y="4319588"/>
                        <a:ext cx="2832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38" name="Rectangle 18"/>
          <p:cNvSpPr>
            <a:spLocks noChangeArrowheads="1"/>
          </p:cNvSpPr>
          <p:nvPr/>
        </p:nvSpPr>
        <p:spPr bwMode="auto">
          <a:xfrm>
            <a:off x="5322888" y="4464050"/>
            <a:ext cx="25384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=3/8+3/8=6/8,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414739" name="Rectangle 19"/>
          <p:cNvSpPr>
            <a:spLocks noChangeArrowheads="1"/>
          </p:cNvSpPr>
          <p:nvPr/>
        </p:nvSpPr>
        <p:spPr bwMode="auto">
          <a:xfrm>
            <a:off x="5348288" y="5399088"/>
            <a:ext cx="25384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>
                <a:solidFill>
                  <a:schemeClr val="accent2"/>
                </a:solidFill>
              </a:rPr>
              <a:t>=1/8+1/8=2/8.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aphicFrame>
        <p:nvGraphicFramePr>
          <p:cNvPr id="414740" name="Object 20"/>
          <p:cNvGraphicFramePr>
            <a:graphicFrameLocks noChangeAspect="1"/>
          </p:cNvGraphicFramePr>
          <p:nvPr/>
        </p:nvGraphicFramePr>
        <p:xfrm>
          <a:off x="2643188" y="5238750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8" name="Equation" r:id="rId4" imgW="2781300" imgH="885825" progId="Equation.DSMT4">
                  <p:embed/>
                </p:oleObj>
              </mc:Choice>
              <mc:Fallback>
                <p:oleObj name="Equation" r:id="rId4" imgW="2781300" imgH="885825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5238750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1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4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14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14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4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4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4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41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14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4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41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4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14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3" grpId="0" bldLvl="0" animBg="1" autoUpdateAnimBg="0"/>
      <p:bldP spid="414724" grpId="0" bldLvl="0" animBg="1" autoUpdateAnimBg="0"/>
      <p:bldP spid="414725" grpId="0" bldLvl="0" animBg="1" autoUpdateAnimBg="0"/>
      <p:bldP spid="414726" grpId="0" bldLvl="0" animBg="1" autoUpdateAnimBg="0"/>
      <p:bldP spid="414727" grpId="0" bldLvl="0" animBg="1" autoUpdateAnimBg="0"/>
      <p:bldP spid="414728" grpId="0" bldLvl="0" animBg="1" autoUpdateAnimBg="0"/>
      <p:bldP spid="414729" grpId="0" bldLvl="0" animBg="1" autoUpdateAnimBg="0"/>
      <p:bldP spid="414730" grpId="0" bldLvl="0" animBg="1" autoUpdateAnimBg="0"/>
      <p:bldP spid="414731" grpId="0" bldLvl="0" animBg="1" autoUpdateAnimBg="0"/>
      <p:bldP spid="414732" grpId="0" bldLvl="0" animBg="1" autoUpdateAnimBg="0"/>
      <p:bldP spid="414733" grpId="0" bldLvl="0" animBg="1" autoUpdateAnimBg="0"/>
      <p:bldP spid="414734" grpId="0" bldLvl="0" animBg="1" autoUpdateAnimBg="0"/>
      <p:bldP spid="414735" grpId="0" bldLvl="0" animBg="1" autoUpdateAnimBg="0"/>
      <p:bldP spid="414736" grpId="0" bldLvl="0" animBg="1" autoUpdateAnimBg="0"/>
      <p:bldP spid="414738" grpId="0" bldLvl="0" animBg="1" autoUpdateAnimBg="0"/>
      <p:bldP spid="414739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ChangeArrowheads="1"/>
          </p:cNvSpPr>
          <p:nvPr/>
        </p:nvSpPr>
        <p:spPr bwMode="auto">
          <a:xfrm>
            <a:off x="533400" y="3886200"/>
            <a:ext cx="81359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FFFF99"/>
                </a:solidFill>
              </a:rPr>
              <a:t>        </a:t>
            </a:r>
            <a:r>
              <a:rPr lang="zh-CN" altLang="en-US" sz="2800" b="1">
                <a:solidFill>
                  <a:schemeClr val="accent2"/>
                </a:solidFill>
              </a:rPr>
              <a:t>我们常将边缘分布律写在联合分布律表格的边缘上，由此得出边缘分布这个名词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pSp>
        <p:nvGrpSpPr>
          <p:cNvPr id="21507" name="Group 3"/>
          <p:cNvGrpSpPr/>
          <p:nvPr/>
        </p:nvGrpSpPr>
        <p:grpSpPr bwMode="auto">
          <a:xfrm>
            <a:off x="661988" y="152400"/>
            <a:ext cx="3225800" cy="2749550"/>
            <a:chOff x="1111" y="845"/>
            <a:chExt cx="2032" cy="1732"/>
          </a:xfrm>
        </p:grpSpPr>
        <p:sp>
          <p:nvSpPr>
            <p:cNvPr id="21551" name="Line 4"/>
            <p:cNvSpPr>
              <a:spLocks noChangeShapeType="1"/>
            </p:cNvSpPr>
            <p:nvPr/>
          </p:nvSpPr>
          <p:spPr bwMode="auto">
            <a:xfrm>
              <a:off x="1111" y="845"/>
              <a:ext cx="953" cy="408"/>
            </a:xfrm>
            <a:prstGeom prst="line">
              <a:avLst/>
            </a:prstGeom>
            <a:noFill/>
            <a:ln w="12700">
              <a:solidFill>
                <a:srgbClr val="FFFF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52" name="Object 5"/>
            <p:cNvGraphicFramePr>
              <a:graphicFrameLocks noChangeAspect="1"/>
            </p:cNvGraphicFramePr>
            <p:nvPr/>
          </p:nvGraphicFramePr>
          <p:xfrm>
            <a:off x="1746" y="890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6" name="Equation" r:id="rId1" imgW="200025" imgH="221615" progId="Equation.DSMT4">
                    <p:embed/>
                  </p:oleObj>
                </mc:Choice>
                <mc:Fallback>
                  <p:oleObj name="Equation" r:id="rId1" imgW="200025" imgH="22161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890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6"/>
            <p:cNvGraphicFramePr>
              <a:graphicFrameLocks noChangeAspect="1"/>
            </p:cNvGraphicFramePr>
            <p:nvPr/>
          </p:nvGraphicFramePr>
          <p:xfrm>
            <a:off x="1250" y="1026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7" name="Equation" r:id="rId3" imgW="276225" imgH="221615" progId="Equation.DSMT4">
                    <p:embed/>
                  </p:oleObj>
                </mc:Choice>
                <mc:Fallback>
                  <p:oleObj name="Equation" r:id="rId3" imgW="276225" imgH="22161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0" y="1026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7"/>
            <p:cNvGraphicFramePr>
              <a:graphicFrameLocks noChangeAspect="1"/>
            </p:cNvGraphicFramePr>
            <p:nvPr/>
          </p:nvGraphicFramePr>
          <p:xfrm>
            <a:off x="2426" y="987"/>
            <a:ext cx="627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8" name="Equation" r:id="rId5" imgW="914400" imgH="317500" progId="Equation.DSMT4">
                    <p:embed/>
                  </p:oleObj>
                </mc:Choice>
                <mc:Fallback>
                  <p:oleObj name="Equation" r:id="rId5" imgW="914400" imgH="3175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987"/>
                          <a:ext cx="627" cy="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5" name="Object 8"/>
            <p:cNvGraphicFramePr>
              <a:graphicFrameLocks noChangeAspect="1"/>
            </p:cNvGraphicFramePr>
            <p:nvPr/>
          </p:nvGraphicFramePr>
          <p:xfrm>
            <a:off x="2391" y="1315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9" name="Equation" r:id="rId7" imgW="1114425" imgH="346710" progId="Equation.DSMT4">
                    <p:embed/>
                  </p:oleObj>
                </mc:Choice>
                <mc:Fallback>
                  <p:oleObj name="Equation" r:id="rId7" imgW="1114425" imgH="34671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" y="1315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6" name="Object 9"/>
            <p:cNvGraphicFramePr>
              <a:graphicFrameLocks noChangeAspect="1"/>
            </p:cNvGraphicFramePr>
            <p:nvPr/>
          </p:nvGraphicFramePr>
          <p:xfrm>
            <a:off x="2327" y="1633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0" name="Equation" r:id="rId9" imgW="1152525" imgH="346710" progId="Equation.DSMT4">
                    <p:embed/>
                  </p:oleObj>
                </mc:Choice>
                <mc:Fallback>
                  <p:oleObj name="Equation" r:id="rId9" imgW="1152525" imgH="34671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7" y="1633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7" name="Object 10"/>
            <p:cNvGraphicFramePr>
              <a:graphicFrameLocks noChangeAspect="1"/>
            </p:cNvGraphicFramePr>
            <p:nvPr/>
          </p:nvGraphicFramePr>
          <p:xfrm>
            <a:off x="1474" y="1315"/>
            <a:ext cx="136" cy="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1" name="Equation" r:id="rId11" imgW="142875" imgH="1857375" progId="Equation.DSMT4">
                    <p:embed/>
                  </p:oleObj>
                </mc:Choice>
                <mc:Fallback>
                  <p:oleObj name="Equation" r:id="rId11" imgW="142875" imgH="185737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1315"/>
                          <a:ext cx="136" cy="1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8" name="Object 11"/>
            <p:cNvGraphicFramePr>
              <a:graphicFrameLocks noChangeAspect="1"/>
            </p:cNvGraphicFramePr>
            <p:nvPr/>
          </p:nvGraphicFramePr>
          <p:xfrm>
            <a:off x="2322" y="1950"/>
            <a:ext cx="77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2" name="Equation" r:id="rId13" imgW="1152525" imgH="346710" progId="Equation.DSMT4">
                    <p:embed/>
                  </p:oleObj>
                </mc:Choice>
                <mc:Fallback>
                  <p:oleObj name="Equation" r:id="rId13" imgW="1152525" imgH="34671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" y="1950"/>
                          <a:ext cx="77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9" name="Object 12"/>
            <p:cNvGraphicFramePr>
              <a:graphicFrameLocks noChangeAspect="1"/>
            </p:cNvGraphicFramePr>
            <p:nvPr/>
          </p:nvGraphicFramePr>
          <p:xfrm>
            <a:off x="2372" y="2313"/>
            <a:ext cx="75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43" name="Equation" r:id="rId15" imgW="1114425" imgH="346710" progId="Equation.DSMT4">
                    <p:embed/>
                  </p:oleObj>
                </mc:Choice>
                <mc:Fallback>
                  <p:oleObj name="Equation" r:id="rId15" imgW="1114425" imgH="34671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2" y="2313"/>
                          <a:ext cx="75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5757" name="Object 13"/>
          <p:cNvGraphicFramePr>
            <a:graphicFrameLocks noChangeAspect="1"/>
          </p:cNvGraphicFramePr>
          <p:nvPr/>
        </p:nvGraphicFramePr>
        <p:xfrm>
          <a:off x="733425" y="3032125"/>
          <a:ext cx="143986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4" name="Equation" r:id="rId17" imgW="1524000" imgH="548640" progId="Equation.DSMT4">
                  <p:embed/>
                </p:oleObj>
              </mc:Choice>
              <mc:Fallback>
                <p:oleObj name="Equation" r:id="rId17" imgW="1524000" imgH="5486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3032125"/>
                        <a:ext cx="1439863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8" name="Object 14"/>
          <p:cNvGraphicFramePr>
            <a:graphicFrameLocks noChangeAspect="1"/>
          </p:cNvGraphicFramePr>
          <p:nvPr/>
        </p:nvGraphicFramePr>
        <p:xfrm>
          <a:off x="4694238" y="295275"/>
          <a:ext cx="147478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5" name="Equation" r:id="rId19" imgW="1562100" imgH="452120" progId="Equation.DSMT4">
                  <p:embed/>
                </p:oleObj>
              </mc:Choice>
              <mc:Fallback>
                <p:oleObj name="Equation" r:id="rId19" imgW="1562100" imgH="4521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238" y="295275"/>
                        <a:ext cx="147478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59" name="Object 15"/>
          <p:cNvGraphicFramePr>
            <a:graphicFrameLocks noChangeAspect="1"/>
          </p:cNvGraphicFramePr>
          <p:nvPr/>
        </p:nvGraphicFramePr>
        <p:xfrm>
          <a:off x="5126038" y="898525"/>
          <a:ext cx="5334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6" name="Equation" r:id="rId21" imgW="457200" imgH="1963420" progId="Equation.DSMT4">
                  <p:embed/>
                </p:oleObj>
              </mc:Choice>
              <mc:Fallback>
                <p:oleObj name="Equation" r:id="rId21" imgW="457200" imgH="19634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6038" y="898525"/>
                        <a:ext cx="5334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0" name="Object 16"/>
          <p:cNvGraphicFramePr>
            <a:graphicFrameLocks noChangeAspect="1"/>
          </p:cNvGraphicFramePr>
          <p:nvPr/>
        </p:nvGraphicFramePr>
        <p:xfrm>
          <a:off x="2555875" y="3116263"/>
          <a:ext cx="1346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47" name="Equation" r:id="rId23" imgW="1266825" imgH="346710" progId="Equation.DSMT4">
                  <p:embed/>
                </p:oleObj>
              </mc:Choice>
              <mc:Fallback>
                <p:oleObj name="Equation" r:id="rId23" imgW="1266825" imgH="34671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116263"/>
                        <a:ext cx="1346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5761" name="Group 17"/>
          <p:cNvGraphicFramePr>
            <a:graphicFrameLocks noGrp="1"/>
          </p:cNvGraphicFramePr>
          <p:nvPr/>
        </p:nvGraphicFramePr>
        <p:xfrm>
          <a:off x="685800" y="152400"/>
          <a:ext cx="5880100" cy="3457577"/>
        </p:xfrm>
        <a:graphic>
          <a:graphicData uri="http://schemas.openxmlformats.org/drawingml/2006/table">
            <a:tbl>
              <a:tblPr/>
              <a:tblGrid>
                <a:gridCol w="1489075"/>
                <a:gridCol w="1057275"/>
                <a:gridCol w="1065213"/>
                <a:gridCol w="2268537"/>
              </a:tblGrid>
              <a:tr h="6777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49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87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5798" name="Text Box 54"/>
          <p:cNvSpPr txBox="1">
            <a:spLocks noChangeArrowheads="1"/>
          </p:cNvSpPr>
          <p:nvPr/>
        </p:nvSpPr>
        <p:spPr bwMode="auto">
          <a:xfrm>
            <a:off x="1676400" y="48768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由联合分布可以确定边缘分布</a:t>
            </a:r>
            <a:r>
              <a:rPr lang="en-US" altLang="zh-CN" sz="2800" b="1"/>
              <a:t>;</a:t>
            </a:r>
            <a:endParaRPr lang="en-US" altLang="zh-CN" sz="2800" b="1"/>
          </a:p>
        </p:txBody>
      </p:sp>
      <p:sp>
        <p:nvSpPr>
          <p:cNvPr id="415799" name="Text Box 55"/>
          <p:cNvSpPr txBox="1">
            <a:spLocks noChangeArrowheads="1"/>
          </p:cNvSpPr>
          <p:nvPr/>
        </p:nvSpPr>
        <p:spPr bwMode="auto">
          <a:xfrm>
            <a:off x="925513" y="553878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但由边缘分布一般不能确定联合分布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5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1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15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bldLvl="0" animBg="1" autoUpdateAnimBg="0"/>
      <p:bldP spid="415798" grpId="0" bldLvl="0" animBg="1" autoUpdateAnimBg="0"/>
      <p:bldP spid="415799" grpId="0" bldLvl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77057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第三节  二维连续型随机变量</a:t>
            </a:r>
            <a:endParaRPr lang="zh-CN" altLang="en-US" sz="4400" b="1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600200" y="1600200"/>
            <a:ext cx="6553200" cy="277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/>
              <a:t>连续型随机变量</a:t>
            </a:r>
            <a:endParaRPr lang="zh-CN" altLang="en-US" sz="3200" b="1"/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</a:rPr>
              <a:t>边缘分布</a:t>
            </a:r>
            <a:endParaRPr lang="zh-CN" altLang="en-US" sz="3200" b="1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</a:rPr>
              <a:t>条件分布</a:t>
            </a:r>
            <a:endParaRPr lang="zh-CN" altLang="en-US" sz="3200" b="1">
              <a:solidFill>
                <a:schemeClr val="tx2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</a:rPr>
              <a:t>小结</a:t>
            </a:r>
            <a:endParaRPr lang="zh-CN" altLang="en-US" sz="3200" b="1">
              <a:solidFill>
                <a:schemeClr val="tx2"/>
              </a:solidFill>
            </a:endParaRPr>
          </a:p>
        </p:txBody>
      </p:sp>
      <p:pic>
        <p:nvPicPr>
          <p:cNvPr id="22532" name="Picture 4" descr="f012">
            <a:hlinkClick r:id="rId1" action="ppaction://hlinksldjump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26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5" descr="f012">
            <a:hlinkClick r:id="rId3" action="ppaction://hlinksldjump" highlightClick="1">
              <a:snd r:embed="rId4" name="chimes.wav"/>
            </a:hlinkClick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4384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6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862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7" descr="f012">
            <a:hlinkClick r:id="" action="ppaction://noaction" highlightClick="1"/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52387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62" name="Group 2"/>
          <p:cNvGrpSpPr/>
          <p:nvPr/>
        </p:nvGrpSpPr>
        <p:grpSpPr bwMode="auto">
          <a:xfrm>
            <a:off x="5942013" y="973138"/>
            <a:ext cx="2935287" cy="1023937"/>
            <a:chOff x="3626" y="772"/>
            <a:chExt cx="1849" cy="645"/>
          </a:xfrm>
        </p:grpSpPr>
        <p:sp>
          <p:nvSpPr>
            <p:cNvPr id="23596" name="Rectangle 3"/>
            <p:cNvSpPr>
              <a:spLocks noChangeArrowheads="1"/>
            </p:cNvSpPr>
            <p:nvPr/>
          </p:nvSpPr>
          <p:spPr bwMode="auto">
            <a:xfrm>
              <a:off x="4035" y="1090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连续型</a:t>
              </a:r>
              <a:endParaRPr lang="zh-CN" altLang="en-US" sz="2800" b="1"/>
            </a:p>
          </p:txBody>
        </p:sp>
        <p:sp>
          <p:nvSpPr>
            <p:cNvPr id="23597" name="Rectangle 4"/>
            <p:cNvSpPr>
              <a:spLocks noChangeArrowheads="1"/>
            </p:cNvSpPr>
            <p:nvPr/>
          </p:nvSpPr>
          <p:spPr bwMode="auto">
            <a:xfrm>
              <a:off x="3626" y="772"/>
              <a:ext cx="1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一维随机变量</a:t>
              </a:r>
              <a:r>
                <a:rPr lang="en-US" altLang="zh-CN" sz="2800" b="1" i="1"/>
                <a:t>X</a:t>
              </a:r>
              <a:endParaRPr lang="en-US" altLang="zh-CN" sz="2800" b="1" i="1"/>
            </a:p>
          </p:txBody>
        </p:sp>
      </p:grpSp>
      <p:sp>
        <p:nvSpPr>
          <p:cNvPr id="296965" name="Rectangle 5"/>
          <p:cNvSpPr>
            <a:spLocks noChangeArrowheads="1"/>
          </p:cNvSpPr>
          <p:nvPr/>
        </p:nvSpPr>
        <p:spPr bwMode="auto">
          <a:xfrm>
            <a:off x="6029325" y="3294063"/>
            <a:ext cx="292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X</a:t>
            </a:r>
            <a:r>
              <a:rPr lang="zh-CN" altLang="en-US" sz="2800" b="1" dirty="0"/>
              <a:t>的概率密度函数</a:t>
            </a:r>
            <a:endParaRPr lang="zh-CN" altLang="en-US" sz="2800" b="1" dirty="0"/>
          </a:p>
        </p:txBody>
      </p:sp>
      <p:graphicFrame>
        <p:nvGraphicFramePr>
          <p:cNvPr id="296966" name="Object 6"/>
          <p:cNvGraphicFramePr>
            <a:graphicFrameLocks noChangeAspect="1"/>
          </p:cNvGraphicFramePr>
          <p:nvPr/>
        </p:nvGraphicFramePr>
        <p:xfrm>
          <a:off x="6156325" y="4816475"/>
          <a:ext cx="2438400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1" name="公式" r:id="rId1" imgW="800100" imgH="259715" progId="Equation.3">
                  <p:embed/>
                </p:oleObj>
              </mc:Choice>
              <mc:Fallback>
                <p:oleObj name="公式" r:id="rId1" imgW="800100" imgH="25971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4816475"/>
                        <a:ext cx="2438400" cy="917575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7" name="Object 7"/>
          <p:cNvGraphicFramePr>
            <a:graphicFrameLocks noChangeAspect="1"/>
          </p:cNvGraphicFramePr>
          <p:nvPr/>
        </p:nvGraphicFramePr>
        <p:xfrm>
          <a:off x="5867400" y="1989138"/>
          <a:ext cx="3136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2" name="公式" r:id="rId3" imgW="3057525" imgH="1222375" progId="Equation.3">
                  <p:embed/>
                </p:oleObj>
              </mc:Choice>
              <mc:Fallback>
                <p:oleObj name="公式" r:id="rId3" imgW="3057525" imgH="122237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89138"/>
                        <a:ext cx="3136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68" name="Group 8"/>
          <p:cNvGrpSpPr/>
          <p:nvPr/>
        </p:nvGrpSpPr>
        <p:grpSpPr bwMode="auto">
          <a:xfrm>
            <a:off x="6516688" y="3933825"/>
            <a:ext cx="1955800" cy="1009650"/>
            <a:chOff x="4080" y="2642"/>
            <a:chExt cx="1232" cy="636"/>
          </a:xfrm>
        </p:grpSpPr>
        <p:graphicFrame>
          <p:nvGraphicFramePr>
            <p:cNvPr id="23594" name="Object 9"/>
            <p:cNvGraphicFramePr>
              <a:graphicFrameLocks noChangeAspect="1"/>
            </p:cNvGraphicFramePr>
            <p:nvPr/>
          </p:nvGraphicFramePr>
          <p:xfrm>
            <a:off x="4083" y="2931"/>
            <a:ext cx="960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3" name="公式" r:id="rId5" imgW="485775" imgH="125095" progId="Equation.3">
                    <p:embed/>
                  </p:oleObj>
                </mc:Choice>
                <mc:Fallback>
                  <p:oleObj name="公式" r:id="rId5" imgW="485775" imgH="125095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2931"/>
                          <a:ext cx="960" cy="347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5" name="Object 10"/>
            <p:cNvGraphicFramePr>
              <a:graphicFrameLocks noChangeAspect="1"/>
            </p:cNvGraphicFramePr>
            <p:nvPr/>
          </p:nvGraphicFramePr>
          <p:xfrm>
            <a:off x="4080" y="2642"/>
            <a:ext cx="1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54" name="公式" r:id="rId7" imgW="1876425" imgH="346710" progId="Equation.3">
                    <p:embed/>
                  </p:oleObj>
                </mc:Choice>
                <mc:Fallback>
                  <p:oleObj name="公式" r:id="rId7" imgW="1876425" imgH="34671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2642"/>
                          <a:ext cx="1232" cy="264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6971" name="Text Box 11"/>
          <p:cNvSpPr txBox="1">
            <a:spLocks noChangeArrowheads="1"/>
          </p:cNvSpPr>
          <p:nvPr/>
        </p:nvSpPr>
        <p:spPr bwMode="auto">
          <a:xfrm>
            <a:off x="1173163" y="866775"/>
            <a:ext cx="122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定义</a:t>
            </a:r>
            <a:r>
              <a:rPr lang="en-US" altLang="zh-CN" sz="2800" b="1">
                <a:solidFill>
                  <a:schemeClr val="accent2"/>
                </a:solidFill>
              </a:rPr>
              <a:t>3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pSp>
        <p:nvGrpSpPr>
          <p:cNvPr id="296972" name="Group 12"/>
          <p:cNvGrpSpPr/>
          <p:nvPr/>
        </p:nvGrpSpPr>
        <p:grpSpPr bwMode="auto">
          <a:xfrm>
            <a:off x="468313" y="908050"/>
            <a:ext cx="5038725" cy="1130300"/>
            <a:chOff x="250" y="709"/>
            <a:chExt cx="3174" cy="712"/>
          </a:xfrm>
        </p:grpSpPr>
        <p:sp>
          <p:nvSpPr>
            <p:cNvPr id="23589" name="Rectangle 13"/>
            <p:cNvSpPr>
              <a:spLocks noChangeArrowheads="1"/>
            </p:cNvSpPr>
            <p:nvPr/>
          </p:nvSpPr>
          <p:spPr bwMode="auto">
            <a:xfrm>
              <a:off x="1495" y="709"/>
              <a:ext cx="192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对于二维随机变量  </a:t>
              </a:r>
              <a:endParaRPr lang="zh-CN" altLang="en-US" sz="2800" b="1"/>
            </a:p>
          </p:txBody>
        </p:sp>
        <p:grpSp>
          <p:nvGrpSpPr>
            <p:cNvPr id="23590" name="Group 14"/>
            <p:cNvGrpSpPr/>
            <p:nvPr/>
          </p:nvGrpSpPr>
          <p:grpSpPr bwMode="auto">
            <a:xfrm>
              <a:off x="250" y="1071"/>
              <a:ext cx="2675" cy="350"/>
              <a:chOff x="250" y="1071"/>
              <a:chExt cx="2675" cy="350"/>
            </a:xfrm>
          </p:grpSpPr>
          <p:graphicFrame>
            <p:nvGraphicFramePr>
              <p:cNvPr id="23591" name="Object 15"/>
              <p:cNvGraphicFramePr>
                <a:graphicFrameLocks noChangeAspect="1"/>
              </p:cNvGraphicFramePr>
              <p:nvPr/>
            </p:nvGraphicFramePr>
            <p:xfrm>
              <a:off x="250" y="1103"/>
              <a:ext cx="6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5" name="Equation" r:id="rId9" imgW="942975" imgH="423545" progId="Equation.DSMT4">
                      <p:embed/>
                    </p:oleObj>
                  </mc:Choice>
                  <mc:Fallback>
                    <p:oleObj name="Equation" r:id="rId9" imgW="942975" imgH="423545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0" y="1103"/>
                            <a:ext cx="6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92" name="Text Box 16"/>
              <p:cNvSpPr txBox="1">
                <a:spLocks noChangeArrowheads="1"/>
              </p:cNvSpPr>
              <p:nvPr/>
            </p:nvSpPr>
            <p:spPr bwMode="auto">
              <a:xfrm>
                <a:off x="884" y="1071"/>
                <a:ext cx="140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的分布函数</a:t>
                </a:r>
                <a:endParaRPr lang="zh-CN" altLang="en-US" sz="2800" b="1"/>
              </a:p>
            </p:txBody>
          </p:sp>
          <p:graphicFrame>
            <p:nvGraphicFramePr>
              <p:cNvPr id="23593" name="Object 17"/>
              <p:cNvGraphicFramePr>
                <a:graphicFrameLocks noChangeAspect="1"/>
              </p:cNvGraphicFramePr>
              <p:nvPr/>
            </p:nvGraphicFramePr>
            <p:xfrm>
              <a:off x="2085" y="1109"/>
              <a:ext cx="8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6" name="Equation" r:id="rId11" imgW="1257300" imgH="423545" progId="Equation.DSMT4">
                      <p:embed/>
                    </p:oleObj>
                  </mc:Choice>
                  <mc:Fallback>
                    <p:oleObj name="Equation" r:id="rId11" imgW="1257300" imgH="423545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5" y="1109"/>
                            <a:ext cx="8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96978" name="Group 18"/>
          <p:cNvGrpSpPr/>
          <p:nvPr/>
        </p:nvGrpSpPr>
        <p:grpSpPr bwMode="auto">
          <a:xfrm>
            <a:off x="392113" y="3884613"/>
            <a:ext cx="5245100" cy="1038225"/>
            <a:chOff x="211" y="2606"/>
            <a:chExt cx="3304" cy="654"/>
          </a:xfrm>
        </p:grpSpPr>
        <p:grpSp>
          <p:nvGrpSpPr>
            <p:cNvPr id="23585" name="Group 19"/>
            <p:cNvGrpSpPr/>
            <p:nvPr/>
          </p:nvGrpSpPr>
          <p:grpSpPr bwMode="auto">
            <a:xfrm>
              <a:off x="249" y="2606"/>
              <a:ext cx="3266" cy="365"/>
              <a:chOff x="249" y="2606"/>
              <a:chExt cx="3266" cy="365"/>
            </a:xfrm>
          </p:grpSpPr>
          <p:sp>
            <p:nvSpPr>
              <p:cNvPr id="23587" name="Rectangle 20"/>
              <p:cNvSpPr>
                <a:spLocks noChangeArrowheads="1"/>
              </p:cNvSpPr>
              <p:nvPr/>
            </p:nvSpPr>
            <p:spPr bwMode="auto">
              <a:xfrm>
                <a:off x="249" y="2606"/>
                <a:ext cx="32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则称              是</a:t>
                </a:r>
                <a:r>
                  <a:rPr lang="zh-CN" altLang="en-US" sz="2800" b="1">
                    <a:solidFill>
                      <a:schemeClr val="accent2"/>
                    </a:solidFill>
                  </a:rPr>
                  <a:t>连续型的二维随</a:t>
                </a:r>
                <a:endParaRPr lang="zh-CN" altLang="en-US" sz="2800" b="1"/>
              </a:p>
            </p:txBody>
          </p:sp>
          <p:graphicFrame>
            <p:nvGraphicFramePr>
              <p:cNvPr id="23588" name="Object 21"/>
              <p:cNvGraphicFramePr>
                <a:graphicFrameLocks noChangeAspect="1"/>
              </p:cNvGraphicFramePr>
              <p:nvPr/>
            </p:nvGraphicFramePr>
            <p:xfrm>
              <a:off x="834" y="2659"/>
              <a:ext cx="640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7" name="Equation" r:id="rId13" imgW="942975" imgH="423545" progId="Equation.DSMT4">
                      <p:embed/>
                    </p:oleObj>
                  </mc:Choice>
                  <mc:Fallback>
                    <p:oleObj name="Equation" r:id="rId13" imgW="942975" imgH="42354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4" y="2659"/>
                            <a:ext cx="640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86" name="Rectangle 22"/>
            <p:cNvSpPr>
              <a:spLocks noChangeArrowheads="1"/>
            </p:cNvSpPr>
            <p:nvPr/>
          </p:nvSpPr>
          <p:spPr bwMode="auto">
            <a:xfrm>
              <a:off x="211" y="2933"/>
              <a:ext cx="9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accent2"/>
                  </a:solidFill>
                </a:rPr>
                <a:t>机变量 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</p:grpSp>
      <p:grpSp>
        <p:nvGrpSpPr>
          <p:cNvPr id="296983" name="Group 23"/>
          <p:cNvGrpSpPr/>
          <p:nvPr/>
        </p:nvGrpSpPr>
        <p:grpSpPr bwMode="auto">
          <a:xfrm>
            <a:off x="457200" y="4419600"/>
            <a:ext cx="5181600" cy="1044575"/>
            <a:chOff x="249" y="2924"/>
            <a:chExt cx="3130" cy="632"/>
          </a:xfrm>
        </p:grpSpPr>
        <p:grpSp>
          <p:nvGrpSpPr>
            <p:cNvPr id="23579" name="Group 24"/>
            <p:cNvGrpSpPr/>
            <p:nvPr/>
          </p:nvGrpSpPr>
          <p:grpSpPr bwMode="auto">
            <a:xfrm>
              <a:off x="1020" y="2924"/>
              <a:ext cx="2359" cy="321"/>
              <a:chOff x="975" y="2924"/>
              <a:chExt cx="2359" cy="321"/>
            </a:xfrm>
          </p:grpSpPr>
          <p:graphicFrame>
            <p:nvGraphicFramePr>
              <p:cNvPr id="23583" name="Object 25"/>
              <p:cNvGraphicFramePr>
                <a:graphicFrameLocks noChangeAspect="1"/>
              </p:cNvGraphicFramePr>
              <p:nvPr/>
            </p:nvGraphicFramePr>
            <p:xfrm>
              <a:off x="1538" y="2933"/>
              <a:ext cx="752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8" name="Equation" r:id="rId15" imgW="1114425" imgH="423545" progId="Equation.DSMT4">
                      <p:embed/>
                    </p:oleObj>
                  </mc:Choice>
                  <mc:Fallback>
                    <p:oleObj name="Equation" r:id="rId15" imgW="1114425" imgH="423545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8" y="2933"/>
                            <a:ext cx="752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4" name="Text Box 26"/>
              <p:cNvSpPr txBox="1">
                <a:spLocks noChangeArrowheads="1"/>
              </p:cNvSpPr>
              <p:nvPr/>
            </p:nvSpPr>
            <p:spPr bwMode="auto">
              <a:xfrm>
                <a:off x="975" y="2924"/>
                <a:ext cx="2359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函数                称为二维</a:t>
                </a:r>
                <a:endParaRPr lang="zh-CN" altLang="en-US" sz="2800" b="1"/>
              </a:p>
            </p:txBody>
          </p:sp>
        </p:grpSp>
        <p:grpSp>
          <p:nvGrpSpPr>
            <p:cNvPr id="23580" name="Group 27"/>
            <p:cNvGrpSpPr/>
            <p:nvPr/>
          </p:nvGrpSpPr>
          <p:grpSpPr bwMode="auto">
            <a:xfrm>
              <a:off x="249" y="3242"/>
              <a:ext cx="2904" cy="314"/>
              <a:chOff x="249" y="3242"/>
              <a:chExt cx="2904" cy="314"/>
            </a:xfrm>
          </p:grpSpPr>
          <p:sp>
            <p:nvSpPr>
              <p:cNvPr id="23581" name="Rectangle 28"/>
              <p:cNvSpPr>
                <a:spLocks noChangeArrowheads="1"/>
              </p:cNvSpPr>
              <p:nvPr/>
            </p:nvSpPr>
            <p:spPr bwMode="auto">
              <a:xfrm>
                <a:off x="1066" y="3242"/>
                <a:ext cx="2087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>
                    <a:solidFill>
                      <a:schemeClr val="tx2"/>
                    </a:solidFill>
                  </a:rPr>
                  <a:t>（</a:t>
                </a:r>
                <a:r>
                  <a:rPr lang="en-US" altLang="zh-CN" sz="2800" b="1" i="1">
                    <a:solidFill>
                      <a:schemeClr val="tx2"/>
                    </a:solidFill>
                  </a:rPr>
                  <a:t>X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,</a:t>
                </a:r>
                <a:r>
                  <a:rPr lang="en-US" altLang="zh-CN" sz="2800" b="1" i="1">
                    <a:solidFill>
                      <a:schemeClr val="tx2"/>
                    </a:solidFill>
                  </a:rPr>
                  <a:t>Y 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)</a:t>
                </a:r>
                <a:r>
                  <a:rPr lang="zh-CN" altLang="en-US" sz="2800" b="1">
                    <a:solidFill>
                      <a:schemeClr val="tx2"/>
                    </a:solidFill>
                  </a:rPr>
                  <a:t>的</a:t>
                </a:r>
                <a:r>
                  <a:rPr lang="zh-CN" altLang="en-US" sz="2800" b="1">
                    <a:solidFill>
                      <a:schemeClr val="accent2"/>
                    </a:solidFill>
                  </a:rPr>
                  <a:t>概率密度 </a:t>
                </a:r>
                <a:r>
                  <a:rPr lang="en-US" altLang="zh-CN" sz="2800" b="1">
                    <a:solidFill>
                      <a:schemeClr val="tx2"/>
                    </a:solidFill>
                  </a:rPr>
                  <a:t>,</a:t>
                </a:r>
                <a:endParaRPr lang="en-US" altLang="zh-CN" sz="28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23582" name="Rectangle 29"/>
              <p:cNvSpPr>
                <a:spLocks noChangeArrowheads="1"/>
              </p:cNvSpPr>
              <p:nvPr/>
            </p:nvSpPr>
            <p:spPr bwMode="auto">
              <a:xfrm>
                <a:off x="249" y="3242"/>
                <a:ext cx="974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/>
                  <a:t>随机变量</a:t>
                </a:r>
                <a:endParaRPr lang="zh-CN" altLang="en-US" sz="2800" b="1"/>
              </a:p>
            </p:txBody>
          </p:sp>
        </p:grpSp>
      </p:grpSp>
      <p:sp>
        <p:nvSpPr>
          <p:cNvPr id="296990" name="Rectangle 30"/>
          <p:cNvSpPr>
            <a:spLocks noChangeArrowheads="1"/>
          </p:cNvSpPr>
          <p:nvPr/>
        </p:nvSpPr>
        <p:spPr bwMode="auto">
          <a:xfrm>
            <a:off x="5791200" y="762000"/>
            <a:ext cx="3095625" cy="4968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>
                    <a:alpha val="38823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96991" name="Text Box 31"/>
          <p:cNvSpPr txBox="1">
            <a:spLocks noChangeArrowheads="1"/>
          </p:cNvSpPr>
          <p:nvPr/>
        </p:nvSpPr>
        <p:spPr bwMode="auto">
          <a:xfrm>
            <a:off x="381000" y="152400"/>
            <a:ext cx="47529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一、二维连续型随机变量</a:t>
            </a:r>
            <a:endParaRPr lang="zh-CN" altLang="en-US" sz="3200" b="1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49" charset="-122"/>
            </a:endParaRPr>
          </a:p>
        </p:txBody>
      </p:sp>
      <p:graphicFrame>
        <p:nvGraphicFramePr>
          <p:cNvPr id="296992" name="Object 32"/>
          <p:cNvGraphicFramePr>
            <a:graphicFrameLocks noChangeAspect="1"/>
          </p:cNvGraphicFramePr>
          <p:nvPr/>
        </p:nvGraphicFramePr>
        <p:xfrm>
          <a:off x="755650" y="3141663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59" name="Equation" r:id="rId17" imgW="4419600" imgH="625475" progId="Equation.DSMT4">
                  <p:embed/>
                </p:oleObj>
              </mc:Choice>
              <mc:Fallback>
                <p:oleObj name="Equation" r:id="rId17" imgW="4419600" imgH="62547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3141663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93" name="Group 33"/>
          <p:cNvGrpSpPr/>
          <p:nvPr/>
        </p:nvGrpSpPr>
        <p:grpSpPr bwMode="auto">
          <a:xfrm>
            <a:off x="381000" y="1447800"/>
            <a:ext cx="5114925" cy="1081088"/>
            <a:chOff x="204" y="1071"/>
            <a:chExt cx="3222" cy="681"/>
          </a:xfrm>
        </p:grpSpPr>
        <p:grpSp>
          <p:nvGrpSpPr>
            <p:cNvPr id="23575" name="Group 34"/>
            <p:cNvGrpSpPr/>
            <p:nvPr/>
          </p:nvGrpSpPr>
          <p:grpSpPr bwMode="auto">
            <a:xfrm>
              <a:off x="204" y="1421"/>
              <a:ext cx="2465" cy="331"/>
              <a:chOff x="204" y="1421"/>
              <a:chExt cx="2465" cy="331"/>
            </a:xfrm>
          </p:grpSpPr>
          <p:sp>
            <p:nvSpPr>
              <p:cNvPr id="23577" name="Text Box 35"/>
              <p:cNvSpPr txBox="1">
                <a:spLocks noChangeArrowheads="1"/>
              </p:cNvSpPr>
              <p:nvPr/>
            </p:nvSpPr>
            <p:spPr bwMode="auto">
              <a:xfrm>
                <a:off x="204" y="1421"/>
                <a:ext cx="1769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存在非负的函数</a:t>
                </a:r>
                <a:endParaRPr lang="zh-CN" altLang="en-US" sz="2800" b="1"/>
              </a:p>
            </p:txBody>
          </p:sp>
          <p:graphicFrame>
            <p:nvGraphicFramePr>
              <p:cNvPr id="23578" name="Object 36"/>
              <p:cNvGraphicFramePr>
                <a:graphicFrameLocks noChangeAspect="1"/>
              </p:cNvGraphicFramePr>
              <p:nvPr/>
            </p:nvGraphicFramePr>
            <p:xfrm>
              <a:off x="1837" y="1440"/>
              <a:ext cx="832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60" name="Equation" r:id="rId19" imgW="1247775" imgH="423545" progId="Equation.DSMT4">
                      <p:embed/>
                    </p:oleObj>
                  </mc:Choice>
                  <mc:Fallback>
                    <p:oleObj name="Equation" r:id="rId19" imgW="1247775" imgH="423545" progId="Equation.DSMT4">
                      <p:embed/>
                      <p:pic>
                        <p:nvPicPr>
                          <p:cNvPr id="0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37" y="1440"/>
                            <a:ext cx="832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6" name="Rectangle 37"/>
            <p:cNvSpPr>
              <a:spLocks noChangeArrowheads="1"/>
            </p:cNvSpPr>
            <p:nvPr/>
          </p:nvSpPr>
          <p:spPr bwMode="auto">
            <a:xfrm>
              <a:off x="2860" y="1071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如果</a:t>
              </a:r>
              <a:endParaRPr lang="zh-CN" altLang="en-US" sz="2800" b="1"/>
            </a:p>
          </p:txBody>
        </p:sp>
      </p:grpSp>
      <p:grpSp>
        <p:nvGrpSpPr>
          <p:cNvPr id="296998" name="Group 38"/>
          <p:cNvGrpSpPr/>
          <p:nvPr/>
        </p:nvGrpSpPr>
        <p:grpSpPr bwMode="auto">
          <a:xfrm>
            <a:off x="381000" y="2009775"/>
            <a:ext cx="5116513" cy="1073150"/>
            <a:chOff x="204" y="1425"/>
            <a:chExt cx="3223" cy="676"/>
          </a:xfrm>
        </p:grpSpPr>
        <p:grpSp>
          <p:nvGrpSpPr>
            <p:cNvPr id="23571" name="Group 39"/>
            <p:cNvGrpSpPr/>
            <p:nvPr/>
          </p:nvGrpSpPr>
          <p:grpSpPr bwMode="auto">
            <a:xfrm>
              <a:off x="204" y="1774"/>
              <a:ext cx="1270" cy="327"/>
              <a:chOff x="204" y="1774"/>
              <a:chExt cx="1270" cy="327"/>
            </a:xfrm>
          </p:grpSpPr>
          <p:sp>
            <p:nvSpPr>
              <p:cNvPr id="23573" name="Text Box 40"/>
              <p:cNvSpPr txBox="1">
                <a:spLocks noChangeArrowheads="1"/>
              </p:cNvSpPr>
              <p:nvPr/>
            </p:nvSpPr>
            <p:spPr bwMode="auto">
              <a:xfrm>
                <a:off x="204" y="1774"/>
                <a:ext cx="127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/>
                  <a:t>任意        有</a:t>
                </a:r>
                <a:endParaRPr lang="zh-CN" altLang="en-US" sz="2800" b="1"/>
              </a:p>
            </p:txBody>
          </p:sp>
          <p:graphicFrame>
            <p:nvGraphicFramePr>
              <p:cNvPr id="23574" name="Object 41"/>
              <p:cNvGraphicFramePr>
                <a:graphicFrameLocks noChangeAspect="1"/>
              </p:cNvGraphicFramePr>
              <p:nvPr/>
            </p:nvGraphicFramePr>
            <p:xfrm>
              <a:off x="748" y="1869"/>
              <a:ext cx="376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61" name="Equation" r:id="rId21" imgW="523875" imgH="240665" progId="Equation.DSMT4">
                      <p:embed/>
                    </p:oleObj>
                  </mc:Choice>
                  <mc:Fallback>
                    <p:oleObj name="Equation" r:id="rId21" imgW="523875" imgH="240665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1869"/>
                            <a:ext cx="376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3572" name="Rectangle 42"/>
            <p:cNvSpPr>
              <a:spLocks noChangeArrowheads="1"/>
            </p:cNvSpPr>
            <p:nvPr/>
          </p:nvSpPr>
          <p:spPr bwMode="auto">
            <a:xfrm>
              <a:off x="2636" y="1425"/>
              <a:ext cx="7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使对于</a:t>
              </a:r>
              <a:endParaRPr lang="zh-CN" altLang="en-US" sz="2800" b="1"/>
            </a:p>
          </p:txBody>
        </p:sp>
      </p:grpSp>
      <p:grpSp>
        <p:nvGrpSpPr>
          <p:cNvPr id="297003" name="Group 43"/>
          <p:cNvGrpSpPr/>
          <p:nvPr/>
        </p:nvGrpSpPr>
        <p:grpSpPr bwMode="auto">
          <a:xfrm>
            <a:off x="381000" y="4889500"/>
            <a:ext cx="5184775" cy="1455738"/>
            <a:chOff x="204" y="3239"/>
            <a:chExt cx="3266" cy="917"/>
          </a:xfrm>
        </p:grpSpPr>
        <p:sp>
          <p:nvSpPr>
            <p:cNvPr id="23569" name="Rectangle 44"/>
            <p:cNvSpPr>
              <a:spLocks noChangeArrowheads="1"/>
            </p:cNvSpPr>
            <p:nvPr/>
          </p:nvSpPr>
          <p:spPr bwMode="auto">
            <a:xfrm>
              <a:off x="204" y="3560"/>
              <a:ext cx="3266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chemeClr val="tx2"/>
                  </a:solidFill>
                </a:rPr>
                <a:t> </a:t>
              </a:r>
              <a:r>
                <a:rPr lang="zh-CN" altLang="en-US" sz="2800" b="1">
                  <a:solidFill>
                    <a:schemeClr val="tx2"/>
                  </a:solidFill>
                </a:rPr>
                <a:t>称为随机变量 </a:t>
              </a:r>
              <a:r>
                <a:rPr lang="en-US" altLang="zh-CN" sz="2800" b="1" i="1">
                  <a:solidFill>
                    <a:schemeClr val="tx2"/>
                  </a:solidFill>
                </a:rPr>
                <a:t>X </a:t>
              </a:r>
              <a:r>
                <a:rPr lang="zh-CN" altLang="en-US" sz="2800" b="1">
                  <a:solidFill>
                    <a:schemeClr val="tx2"/>
                  </a:solidFill>
                </a:rPr>
                <a:t>和 </a:t>
              </a:r>
              <a:r>
                <a:rPr lang="en-US" altLang="zh-CN" sz="2800" b="1" i="1">
                  <a:solidFill>
                    <a:schemeClr val="tx2"/>
                  </a:solidFill>
                </a:rPr>
                <a:t>Y </a:t>
              </a:r>
              <a:r>
                <a:rPr lang="zh-CN" altLang="en-US" sz="2800" b="1">
                  <a:solidFill>
                    <a:schemeClr val="tx2"/>
                  </a:solidFill>
                </a:rPr>
                <a:t>的</a:t>
              </a:r>
              <a:r>
                <a:rPr lang="zh-CN" altLang="en-US" sz="2800" b="1">
                  <a:solidFill>
                    <a:schemeClr val="accent2"/>
                  </a:solidFill>
                </a:rPr>
                <a:t>联合概</a:t>
              </a:r>
              <a:endParaRPr lang="zh-CN" altLang="en-US" sz="2800" b="1">
                <a:solidFill>
                  <a:schemeClr val="accent2"/>
                </a:solidFill>
              </a:endParaRPr>
            </a:p>
            <a:p>
              <a:pPr eaLnBrk="1" hangingPunct="1"/>
              <a:r>
                <a:rPr lang="zh-CN" altLang="en-US" sz="2800" b="1">
                  <a:solidFill>
                    <a:schemeClr val="accent2"/>
                  </a:solidFill>
                </a:rPr>
                <a:t> 率密度</a:t>
              </a:r>
              <a:r>
                <a:rPr lang="en-US" altLang="zh-CN" sz="2800" b="1">
                  <a:solidFill>
                    <a:schemeClr val="tx2"/>
                  </a:solidFill>
                </a:rPr>
                <a:t>.</a:t>
              </a:r>
              <a:endParaRPr lang="en-US" altLang="zh-CN" sz="2800" b="1">
                <a:solidFill>
                  <a:schemeClr val="tx2"/>
                </a:solidFill>
              </a:endParaRPr>
            </a:p>
          </p:txBody>
        </p:sp>
        <p:sp>
          <p:nvSpPr>
            <p:cNvPr id="23570" name="Rectangle 45"/>
            <p:cNvSpPr>
              <a:spLocks noChangeArrowheads="1"/>
            </p:cNvSpPr>
            <p:nvPr/>
          </p:nvSpPr>
          <p:spPr bwMode="auto">
            <a:xfrm>
              <a:off x="3016" y="3239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tx2"/>
                  </a:solidFill>
                </a:rPr>
                <a:t>或</a:t>
              </a:r>
              <a:endParaRPr lang="zh-CN" altLang="en-US" sz="2800" b="1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96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6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6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96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9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6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6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9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5" grpId="0" bldLvl="0" animBg="1"/>
      <p:bldP spid="296971" grpId="0" bldLvl="0" animBg="1" autoUpdateAnimBg="0"/>
      <p:bldP spid="296990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7234" name="Object 2"/>
          <p:cNvGraphicFramePr>
            <a:graphicFrameLocks noChangeAspect="1"/>
          </p:cNvGraphicFramePr>
          <p:nvPr/>
        </p:nvGraphicFramePr>
        <p:xfrm>
          <a:off x="1397000" y="2120900"/>
          <a:ext cx="3465513" cy="890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3" name="公式" r:id="rId1" imgW="1257300" imgH="269240" progId="Equation.3">
                  <p:embed/>
                </p:oleObj>
              </mc:Choice>
              <mc:Fallback>
                <p:oleObj name="公式" r:id="rId1" imgW="1257300" imgH="269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2120900"/>
                        <a:ext cx="3465513" cy="890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35" name="Text Box 3"/>
          <p:cNvSpPr txBox="1">
            <a:spLocks noChangeArrowheads="1"/>
          </p:cNvSpPr>
          <p:nvPr/>
        </p:nvSpPr>
        <p:spPr bwMode="auto">
          <a:xfrm>
            <a:off x="930275" y="2259013"/>
            <a:ext cx="542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99"/>
                </a:solidFill>
                <a:latin typeface="宋体" panose="02010600030101010101" pitchFamily="2" charset="-122"/>
              </a:rPr>
              <a:t>2)</a:t>
            </a:r>
            <a:endParaRPr lang="en-US" altLang="zh-CN" sz="2800" b="1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07236" name="Object 4"/>
          <p:cNvGraphicFramePr>
            <a:graphicFrameLocks noChangeAspect="1"/>
          </p:cNvGraphicFramePr>
          <p:nvPr/>
        </p:nvGraphicFramePr>
        <p:xfrm>
          <a:off x="4670425" y="2333625"/>
          <a:ext cx="290671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4" name="公式" r:id="rId3" imgW="1038225" imgH="125095" progId="Equation.3">
                  <p:embed/>
                </p:oleObj>
              </mc:Choice>
              <mc:Fallback>
                <p:oleObj name="公式" r:id="rId3" imgW="1038225" imgH="12509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425" y="2333625"/>
                        <a:ext cx="290671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7237" name="Rectangle 5"/>
          <p:cNvSpPr>
            <a:spLocks noChangeArrowheads="1"/>
          </p:cNvSpPr>
          <p:nvPr/>
        </p:nvSpPr>
        <p:spPr bwMode="auto">
          <a:xfrm>
            <a:off x="914400" y="3340100"/>
            <a:ext cx="762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99"/>
                </a:solidFill>
                <a:latin typeface="宋体" panose="02010600030101010101" pitchFamily="2" charset="-122"/>
              </a:rPr>
              <a:t>3)</a:t>
            </a:r>
            <a:endParaRPr lang="en-US" altLang="zh-CN" sz="2800" b="1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07238" name="Object 6"/>
          <p:cNvGraphicFramePr>
            <a:graphicFrameLocks noChangeAspect="1"/>
          </p:cNvGraphicFramePr>
          <p:nvPr/>
        </p:nvGraphicFramePr>
        <p:xfrm>
          <a:off x="2268538" y="4365625"/>
          <a:ext cx="34988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5" name="公式" r:id="rId5" imgW="1266825" imgH="375285" progId="Equation.3">
                  <p:embed/>
                </p:oleObj>
              </mc:Choice>
              <mc:Fallback>
                <p:oleObj name="公式" r:id="rId5" imgW="1266825" imgH="37528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4365625"/>
                        <a:ext cx="349885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7239" name="Group 7"/>
          <p:cNvGrpSpPr/>
          <p:nvPr/>
        </p:nvGrpSpPr>
        <p:grpSpPr bwMode="auto">
          <a:xfrm>
            <a:off x="1547813" y="3357563"/>
            <a:ext cx="1795462" cy="533400"/>
            <a:chOff x="710" y="268"/>
            <a:chExt cx="1131" cy="336"/>
          </a:xfrm>
        </p:grpSpPr>
        <p:graphicFrame>
          <p:nvGraphicFramePr>
            <p:cNvPr id="24593" name="Object 8"/>
            <p:cNvGraphicFramePr>
              <a:graphicFrameLocks noChangeAspect="1"/>
            </p:cNvGraphicFramePr>
            <p:nvPr/>
          </p:nvGraphicFramePr>
          <p:xfrm>
            <a:off x="1032" y="272"/>
            <a:ext cx="80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6" name="Equation" r:id="rId7" imgW="419100" imgH="125095" progId="Equation.DSMT4">
                    <p:embed/>
                  </p:oleObj>
                </mc:Choice>
                <mc:Fallback>
                  <p:oleObj name="Equation" r:id="rId7" imgW="419100" imgH="12509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2" y="272"/>
                          <a:ext cx="809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4" name="Text Box 9"/>
            <p:cNvSpPr txBox="1">
              <a:spLocks noChangeArrowheads="1"/>
            </p:cNvSpPr>
            <p:nvPr/>
          </p:nvSpPr>
          <p:spPr bwMode="auto">
            <a:xfrm>
              <a:off x="710" y="268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若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</p:grpSp>
      <p:grpSp>
        <p:nvGrpSpPr>
          <p:cNvPr id="607242" name="Group 10"/>
          <p:cNvGrpSpPr/>
          <p:nvPr/>
        </p:nvGrpSpPr>
        <p:grpSpPr bwMode="auto">
          <a:xfrm>
            <a:off x="3276600" y="3357563"/>
            <a:ext cx="3852863" cy="534987"/>
            <a:chOff x="1798" y="260"/>
            <a:chExt cx="2427" cy="337"/>
          </a:xfrm>
        </p:grpSpPr>
        <p:graphicFrame>
          <p:nvGraphicFramePr>
            <p:cNvPr id="24590" name="Object 11"/>
            <p:cNvGraphicFramePr>
              <a:graphicFrameLocks noChangeAspect="1"/>
            </p:cNvGraphicFramePr>
            <p:nvPr/>
          </p:nvGraphicFramePr>
          <p:xfrm>
            <a:off x="2384" y="264"/>
            <a:ext cx="644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7" name="Equation" r:id="rId9" imgW="314325" imgH="125095" progId="Equation.DSMT4">
                    <p:embed/>
                  </p:oleObj>
                </mc:Choice>
                <mc:Fallback>
                  <p:oleObj name="Equation" r:id="rId9" imgW="314325" imgH="12509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4" y="264"/>
                          <a:ext cx="644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Text Box 12"/>
            <p:cNvSpPr txBox="1">
              <a:spLocks noChangeArrowheads="1"/>
            </p:cNvSpPr>
            <p:nvPr/>
          </p:nvSpPr>
          <p:spPr bwMode="auto">
            <a:xfrm>
              <a:off x="1798" y="268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在点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  <p:sp>
          <p:nvSpPr>
            <p:cNvPr id="24592" name="Text Box 13"/>
            <p:cNvSpPr txBox="1">
              <a:spLocks noChangeArrowheads="1"/>
            </p:cNvSpPr>
            <p:nvPr/>
          </p:nvSpPr>
          <p:spPr bwMode="auto">
            <a:xfrm>
              <a:off x="2982" y="260"/>
              <a:ext cx="12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800" b="1">
                  <a:latin typeface="宋体" panose="02010600030101010101" pitchFamily="2" charset="-122"/>
                </a:rPr>
                <a:t>处连续</a:t>
              </a:r>
              <a:r>
                <a:rPr lang="en-US" altLang="zh-CN" sz="2800" b="1">
                  <a:latin typeface="宋体" panose="02010600030101010101" pitchFamily="2" charset="-122"/>
                </a:rPr>
                <a:t>,   </a:t>
              </a:r>
              <a:endParaRPr lang="en-US" altLang="zh-CN" sz="2800" b="1">
                <a:latin typeface="宋体" panose="02010600030101010101" pitchFamily="2" charset="-122"/>
              </a:endParaRPr>
            </a:p>
          </p:txBody>
        </p:sp>
      </p:grpSp>
      <p:sp>
        <p:nvSpPr>
          <p:cNvPr id="607246" name="Text Box 14"/>
          <p:cNvSpPr txBox="1">
            <a:spLocks noChangeArrowheads="1"/>
          </p:cNvSpPr>
          <p:nvPr/>
        </p:nvSpPr>
        <p:spPr bwMode="auto">
          <a:xfrm>
            <a:off x="6691313" y="3397250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>
                <a:latin typeface="宋体" panose="02010600030101010101" pitchFamily="2" charset="-122"/>
              </a:rPr>
              <a:t>则有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24586" name="Text Box 15"/>
          <p:cNvSpPr txBox="1">
            <a:spLocks noChangeArrowheads="1"/>
          </p:cNvSpPr>
          <p:nvPr/>
        </p:nvSpPr>
        <p:spPr bwMode="auto">
          <a:xfrm>
            <a:off x="2971800" y="273050"/>
            <a:ext cx="33956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333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概率密度的性质</a:t>
            </a:r>
            <a:endParaRPr lang="zh-CN" altLang="en-US" sz="36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607248" name="Group 16"/>
          <p:cNvGrpSpPr/>
          <p:nvPr/>
        </p:nvGrpSpPr>
        <p:grpSpPr bwMode="auto">
          <a:xfrm>
            <a:off x="900113" y="1341438"/>
            <a:ext cx="2446337" cy="534987"/>
            <a:chOff x="1046" y="2327"/>
            <a:chExt cx="1541" cy="337"/>
          </a:xfrm>
        </p:grpSpPr>
        <p:graphicFrame>
          <p:nvGraphicFramePr>
            <p:cNvPr id="24588" name="Object 17"/>
            <p:cNvGraphicFramePr>
              <a:graphicFrameLocks noChangeAspect="1"/>
            </p:cNvGraphicFramePr>
            <p:nvPr/>
          </p:nvGraphicFramePr>
          <p:xfrm>
            <a:off x="1361" y="2331"/>
            <a:ext cx="1226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38" name="Equation" r:id="rId11" imgW="676275" imgH="125095" progId="Equation.DSMT4">
                    <p:embed/>
                  </p:oleObj>
                </mc:Choice>
                <mc:Fallback>
                  <p:oleObj name="Equation" r:id="rId11" imgW="676275" imgH="12509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61" y="2331"/>
                          <a:ext cx="1226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Text Box 18"/>
            <p:cNvSpPr txBox="1">
              <a:spLocks noChangeArrowheads="1"/>
            </p:cNvSpPr>
            <p:nvPr/>
          </p:nvSpPr>
          <p:spPr bwMode="auto">
            <a:xfrm>
              <a:off x="1046" y="2327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000099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1)</a:t>
              </a:r>
              <a:endParaRPr lang="en-US" altLang="zh-CN" sz="2800" b="1">
                <a:solidFill>
                  <a:srgbClr val="000099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7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7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7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7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7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724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0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5" grpId="0" autoUpdateAnimBg="0" build="p"/>
      <p:bldP spid="607237" grpId="0" bldLvl="0" animBg="1" autoUpdateAnimBg="0"/>
      <p:bldP spid="607246" grpId="0" autoUpdateAnimBg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8258" name="Object 2"/>
          <p:cNvGraphicFramePr>
            <a:graphicFrameLocks noChangeAspect="1"/>
          </p:cNvGraphicFramePr>
          <p:nvPr/>
        </p:nvGraphicFramePr>
        <p:xfrm>
          <a:off x="1187450" y="1524000"/>
          <a:ext cx="5495925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43" name="公式" r:id="rId1" imgW="1943100" imgH="307975" progId="Equation.3">
                  <p:embed/>
                </p:oleObj>
              </mc:Choice>
              <mc:Fallback>
                <p:oleObj name="公式" r:id="rId1" imgW="1943100" imgH="30797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524000"/>
                        <a:ext cx="5495925" cy="992188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8259" name="Group 3"/>
          <p:cNvGrpSpPr/>
          <p:nvPr/>
        </p:nvGrpSpPr>
        <p:grpSpPr bwMode="auto">
          <a:xfrm>
            <a:off x="5580063" y="3230563"/>
            <a:ext cx="3095625" cy="2646362"/>
            <a:chOff x="3515" y="2035"/>
            <a:chExt cx="1950" cy="1667"/>
          </a:xfrm>
        </p:grpSpPr>
        <p:graphicFrame>
          <p:nvGraphicFramePr>
            <p:cNvPr id="25614" name="Object 4"/>
            <p:cNvGraphicFramePr>
              <a:graphicFrameLocks noChangeAspect="1"/>
            </p:cNvGraphicFramePr>
            <p:nvPr/>
          </p:nvGraphicFramePr>
          <p:xfrm>
            <a:off x="4014" y="2035"/>
            <a:ext cx="16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4" name="公式" r:id="rId3" imgW="38100" imgH="67310" progId="Equation.3">
                    <p:embed/>
                  </p:oleObj>
                </mc:Choice>
                <mc:Fallback>
                  <p:oleObj name="公式" r:id="rId3" imgW="38100" imgH="6731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035"/>
                          <a:ext cx="16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15" name="Group 5"/>
            <p:cNvGrpSpPr/>
            <p:nvPr/>
          </p:nvGrpSpPr>
          <p:grpSpPr bwMode="auto">
            <a:xfrm>
              <a:off x="3515" y="2071"/>
              <a:ext cx="1776" cy="1392"/>
              <a:chOff x="3840" y="432"/>
              <a:chExt cx="1776" cy="1392"/>
            </a:xfrm>
          </p:grpSpPr>
          <p:sp>
            <p:nvSpPr>
              <p:cNvPr id="25641" name="Line 6"/>
              <p:cNvSpPr>
                <a:spLocks noChangeShapeType="1"/>
              </p:cNvSpPr>
              <p:nvPr/>
            </p:nvSpPr>
            <p:spPr bwMode="auto">
              <a:xfrm>
                <a:off x="4272" y="1824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42" name="Line 7"/>
              <p:cNvSpPr>
                <a:spLocks noChangeShapeType="1"/>
              </p:cNvSpPr>
              <p:nvPr/>
            </p:nvSpPr>
            <p:spPr bwMode="auto">
              <a:xfrm flipV="1">
                <a:off x="4272" y="432"/>
                <a:ext cx="0" cy="13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643" name="Line 8"/>
              <p:cNvSpPr>
                <a:spLocks noChangeShapeType="1"/>
              </p:cNvSpPr>
              <p:nvPr/>
            </p:nvSpPr>
            <p:spPr bwMode="auto">
              <a:xfrm flipH="1" flipV="1">
                <a:off x="3840" y="1200"/>
                <a:ext cx="432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5616" name="Object 9"/>
            <p:cNvGraphicFramePr>
              <a:graphicFrameLocks noChangeAspect="1"/>
            </p:cNvGraphicFramePr>
            <p:nvPr/>
          </p:nvGraphicFramePr>
          <p:xfrm>
            <a:off x="5260" y="3385"/>
            <a:ext cx="205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5" name="公式" r:id="rId5" imgW="66675" imgH="67310" progId="Equation.3">
                    <p:embed/>
                  </p:oleObj>
                </mc:Choice>
                <mc:Fallback>
                  <p:oleObj name="公式" r:id="rId5" imgW="66675" imgH="6731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0" y="3385"/>
                          <a:ext cx="205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7" name="Object 10"/>
            <p:cNvGraphicFramePr>
              <a:graphicFrameLocks noChangeAspect="1"/>
            </p:cNvGraphicFramePr>
            <p:nvPr/>
          </p:nvGraphicFramePr>
          <p:xfrm>
            <a:off x="3563" y="2687"/>
            <a:ext cx="209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6" name="公式" r:id="rId7" imgW="66675" imgH="86360" progId="Equation.3">
                    <p:embed/>
                  </p:oleObj>
                </mc:Choice>
                <mc:Fallback>
                  <p:oleObj name="公式" r:id="rId7" imgW="66675" imgH="8636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3" y="2687"/>
                          <a:ext cx="209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11"/>
            <p:cNvGraphicFramePr>
              <a:graphicFrameLocks noChangeAspect="1"/>
            </p:cNvGraphicFramePr>
            <p:nvPr/>
          </p:nvGraphicFramePr>
          <p:xfrm>
            <a:off x="3910" y="3472"/>
            <a:ext cx="18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7" name="公式" r:id="rId9" imgW="47625" imgH="67310" progId="Equation.3">
                    <p:embed/>
                  </p:oleObj>
                </mc:Choice>
                <mc:Fallback>
                  <p:oleObj name="公式" r:id="rId9" imgW="47625" imgH="6731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0" y="3472"/>
                          <a:ext cx="18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19" name="Group 12"/>
            <p:cNvGrpSpPr/>
            <p:nvPr/>
          </p:nvGrpSpPr>
          <p:grpSpPr bwMode="auto">
            <a:xfrm>
              <a:off x="4091" y="2167"/>
              <a:ext cx="775" cy="1202"/>
              <a:chOff x="4512" y="144"/>
              <a:chExt cx="775" cy="1202"/>
            </a:xfrm>
          </p:grpSpPr>
          <p:grpSp>
            <p:nvGrpSpPr>
              <p:cNvPr id="25625" name="Group 13"/>
              <p:cNvGrpSpPr/>
              <p:nvPr/>
            </p:nvGrpSpPr>
            <p:grpSpPr bwMode="auto">
              <a:xfrm>
                <a:off x="4512" y="338"/>
                <a:ext cx="775" cy="1008"/>
                <a:chOff x="4512" y="338"/>
                <a:chExt cx="775" cy="1008"/>
              </a:xfrm>
            </p:grpSpPr>
            <p:sp>
              <p:nvSpPr>
                <p:cNvPr id="25633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752" y="674"/>
                  <a:ext cx="0" cy="6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4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5040" y="338"/>
                  <a:ext cx="0" cy="52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5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4519" y="1002"/>
                  <a:ext cx="240" cy="3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6" name="Line 17"/>
                <p:cNvSpPr>
                  <a:spLocks noChangeShapeType="1"/>
                </p:cNvSpPr>
                <p:nvPr/>
              </p:nvSpPr>
              <p:spPr bwMode="auto">
                <a:xfrm flipH="1" flipV="1">
                  <a:off x="5047" y="859"/>
                  <a:ext cx="240" cy="33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dash"/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7" name="Arc 18"/>
                <p:cNvSpPr/>
                <p:nvPr/>
              </p:nvSpPr>
              <p:spPr bwMode="auto">
                <a:xfrm flipV="1">
                  <a:off x="4759" y="1192"/>
                  <a:ext cx="528" cy="14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8" name="Arc 19"/>
                <p:cNvSpPr/>
                <p:nvPr/>
              </p:nvSpPr>
              <p:spPr bwMode="auto">
                <a:xfrm flipH="1">
                  <a:off x="4512" y="859"/>
                  <a:ext cx="528" cy="143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39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5280" y="480"/>
                  <a:ext cx="0" cy="7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40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4512" y="432"/>
                  <a:ext cx="0" cy="57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26" name="Group 22"/>
              <p:cNvGrpSpPr/>
              <p:nvPr/>
            </p:nvGrpSpPr>
            <p:grpSpPr bwMode="auto">
              <a:xfrm>
                <a:off x="4512" y="144"/>
                <a:ext cx="775" cy="581"/>
                <a:chOff x="4512" y="144"/>
                <a:chExt cx="775" cy="581"/>
              </a:xfrm>
            </p:grpSpPr>
            <p:sp>
              <p:nvSpPr>
                <p:cNvPr id="25627" name="Freeform 23"/>
                <p:cNvSpPr/>
                <p:nvPr/>
              </p:nvSpPr>
              <p:spPr bwMode="auto">
                <a:xfrm>
                  <a:off x="4759" y="423"/>
                  <a:ext cx="528" cy="254"/>
                </a:xfrm>
                <a:custGeom>
                  <a:avLst/>
                  <a:gdLst>
                    <a:gd name="T0" fmla="*/ 0 w 528"/>
                    <a:gd name="T1" fmla="*/ 240 h 256"/>
                    <a:gd name="T2" fmla="*/ 96 w 528"/>
                    <a:gd name="T3" fmla="*/ 104 h 256"/>
                    <a:gd name="T4" fmla="*/ 240 w 528"/>
                    <a:gd name="T5" fmla="*/ 16 h 256"/>
                    <a:gd name="T6" fmla="*/ 384 w 528"/>
                    <a:gd name="T7" fmla="*/ 16 h 256"/>
                    <a:gd name="T8" fmla="*/ 528 w 528"/>
                    <a:gd name="T9" fmla="*/ 64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28" h="256">
                      <a:moveTo>
                        <a:pt x="0" y="256"/>
                      </a:moveTo>
                      <a:cubicBezTo>
                        <a:pt x="28" y="204"/>
                        <a:pt x="56" y="152"/>
                        <a:pt x="96" y="112"/>
                      </a:cubicBezTo>
                      <a:cubicBezTo>
                        <a:pt x="136" y="72"/>
                        <a:pt x="192" y="32"/>
                        <a:pt x="240" y="16"/>
                      </a:cubicBezTo>
                      <a:cubicBezTo>
                        <a:pt x="288" y="0"/>
                        <a:pt x="336" y="8"/>
                        <a:pt x="384" y="16"/>
                      </a:cubicBezTo>
                      <a:cubicBezTo>
                        <a:pt x="432" y="24"/>
                        <a:pt x="504" y="56"/>
                        <a:pt x="528" y="64"/>
                      </a:cubicBez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28" name="Group 24"/>
                <p:cNvGrpSpPr/>
                <p:nvPr/>
              </p:nvGrpSpPr>
              <p:grpSpPr bwMode="auto">
                <a:xfrm>
                  <a:off x="4512" y="144"/>
                  <a:ext cx="768" cy="581"/>
                  <a:chOff x="4512" y="96"/>
                  <a:chExt cx="768" cy="581"/>
                </a:xfrm>
              </p:grpSpPr>
              <p:sp>
                <p:nvSpPr>
                  <p:cNvPr id="25629" name="Arc 25"/>
                  <p:cNvSpPr/>
                  <p:nvPr/>
                </p:nvSpPr>
                <p:spPr bwMode="auto">
                  <a:xfrm>
                    <a:off x="4519" y="439"/>
                    <a:ext cx="240" cy="238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0" name="Freeform 26"/>
                  <p:cNvSpPr/>
                  <p:nvPr/>
                </p:nvSpPr>
                <p:spPr bwMode="auto">
                  <a:xfrm>
                    <a:off x="4512" y="288"/>
                    <a:ext cx="768" cy="199"/>
                  </a:xfrm>
                  <a:custGeom>
                    <a:avLst/>
                    <a:gdLst>
                      <a:gd name="T0" fmla="*/ 0 w 768"/>
                      <a:gd name="T1" fmla="*/ 144 h 200"/>
                      <a:gd name="T2" fmla="*/ 96 w 768"/>
                      <a:gd name="T3" fmla="*/ 56 h 200"/>
                      <a:gd name="T4" fmla="*/ 240 w 768"/>
                      <a:gd name="T5" fmla="*/ 8 h 200"/>
                      <a:gd name="T6" fmla="*/ 384 w 768"/>
                      <a:gd name="T7" fmla="*/ 8 h 200"/>
                      <a:gd name="T8" fmla="*/ 480 w 768"/>
                      <a:gd name="T9" fmla="*/ 8 h 200"/>
                      <a:gd name="T10" fmla="*/ 672 w 768"/>
                      <a:gd name="T11" fmla="*/ 56 h 200"/>
                      <a:gd name="T12" fmla="*/ 768 w 768"/>
                      <a:gd name="T13" fmla="*/ 192 h 20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768" h="200">
                        <a:moveTo>
                          <a:pt x="0" y="152"/>
                        </a:moveTo>
                        <a:cubicBezTo>
                          <a:pt x="28" y="116"/>
                          <a:pt x="56" y="80"/>
                          <a:pt x="96" y="56"/>
                        </a:cubicBezTo>
                        <a:cubicBezTo>
                          <a:pt x="136" y="32"/>
                          <a:pt x="192" y="16"/>
                          <a:pt x="240" y="8"/>
                        </a:cubicBezTo>
                        <a:cubicBezTo>
                          <a:pt x="288" y="0"/>
                          <a:pt x="344" y="8"/>
                          <a:pt x="384" y="8"/>
                        </a:cubicBezTo>
                        <a:cubicBezTo>
                          <a:pt x="424" y="8"/>
                          <a:pt x="432" y="0"/>
                          <a:pt x="480" y="8"/>
                        </a:cubicBezTo>
                        <a:cubicBezTo>
                          <a:pt x="528" y="16"/>
                          <a:pt x="624" y="24"/>
                          <a:pt x="672" y="56"/>
                        </a:cubicBezTo>
                        <a:cubicBezTo>
                          <a:pt x="720" y="88"/>
                          <a:pt x="744" y="144"/>
                          <a:pt x="768" y="200"/>
                        </a:cubicBezTo>
                      </a:path>
                    </a:pathLst>
                  </a:custGeom>
                  <a:noFill/>
                  <a:ln w="28575" cap="flat" cmpd="sng">
                    <a:solidFill>
                      <a:schemeClr val="tx1"/>
                    </a:solidFill>
                    <a:prstDash val="dash"/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1" name="Arc 27"/>
                  <p:cNvSpPr/>
                  <p:nvPr/>
                </p:nvSpPr>
                <p:spPr bwMode="auto">
                  <a:xfrm flipH="1">
                    <a:off x="4512" y="96"/>
                    <a:ext cx="432" cy="384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32" name="Arc 28"/>
                  <p:cNvSpPr/>
                  <p:nvPr/>
                </p:nvSpPr>
                <p:spPr bwMode="auto">
                  <a:xfrm>
                    <a:off x="4944" y="96"/>
                    <a:ext cx="336" cy="432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0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8575">
                    <a:solidFill>
                      <a:schemeClr val="tx1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25620" name="Line 29"/>
            <p:cNvSpPr>
              <a:spLocks noChangeShapeType="1"/>
            </p:cNvSpPr>
            <p:nvPr/>
          </p:nvSpPr>
          <p:spPr bwMode="auto">
            <a:xfrm flipH="1" flipV="1">
              <a:off x="4619" y="2887"/>
              <a:ext cx="43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Line 30"/>
            <p:cNvSpPr>
              <a:spLocks noChangeShapeType="1"/>
            </p:cNvSpPr>
            <p:nvPr/>
          </p:nvSpPr>
          <p:spPr bwMode="auto">
            <a:xfrm flipH="1" flipV="1">
              <a:off x="4352" y="3367"/>
              <a:ext cx="48" cy="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5622" name="Object 31"/>
            <p:cNvGraphicFramePr>
              <a:graphicFrameLocks noChangeAspect="1"/>
            </p:cNvGraphicFramePr>
            <p:nvPr/>
          </p:nvGraphicFramePr>
          <p:xfrm>
            <a:off x="4331" y="3472"/>
            <a:ext cx="187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8" name="公式" r:id="rId11" imgW="47625" imgH="67310" progId="Equation.3">
                    <p:embed/>
                  </p:oleObj>
                </mc:Choice>
                <mc:Fallback>
                  <p:oleObj name="公式" r:id="rId11" imgW="47625" imgH="6731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1" y="3472"/>
                          <a:ext cx="187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3" name="Object 32"/>
            <p:cNvGraphicFramePr>
              <a:graphicFrameLocks noChangeAspect="1"/>
            </p:cNvGraphicFramePr>
            <p:nvPr/>
          </p:nvGraphicFramePr>
          <p:xfrm>
            <a:off x="4963" y="3424"/>
            <a:ext cx="18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49" name="公式" r:id="rId13" imgW="47625" imgH="106045" progId="Equation.3">
                    <p:embed/>
                  </p:oleObj>
                </mc:Choice>
                <mc:Fallback>
                  <p:oleObj name="公式" r:id="rId13" imgW="47625" imgH="10604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3" y="3424"/>
                          <a:ext cx="18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4" name="Object 33"/>
            <p:cNvGraphicFramePr>
              <a:graphicFrameLocks noChangeAspect="1"/>
            </p:cNvGraphicFramePr>
            <p:nvPr/>
          </p:nvGraphicFramePr>
          <p:xfrm>
            <a:off x="4372" y="2948"/>
            <a:ext cx="24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0" name="公式" r:id="rId15" imgW="85725" imgH="106045" progId="Equation.3">
                    <p:embed/>
                  </p:oleObj>
                </mc:Choice>
                <mc:Fallback>
                  <p:oleObj name="公式" r:id="rId15" imgW="85725" imgH="106045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2" y="2948"/>
                          <a:ext cx="24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8290" name="Object 34"/>
          <p:cNvGraphicFramePr>
            <a:graphicFrameLocks noChangeAspect="1"/>
          </p:cNvGraphicFramePr>
          <p:nvPr/>
        </p:nvGraphicFramePr>
        <p:xfrm>
          <a:off x="7054850" y="2828925"/>
          <a:ext cx="13557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51" name="公式" r:id="rId17" imgW="447675" imgH="125095" progId="Equation.3">
                  <p:embed/>
                </p:oleObj>
              </mc:Choice>
              <mc:Fallback>
                <p:oleObj name="公式" r:id="rId17" imgW="447675" imgH="125095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4850" y="2828925"/>
                        <a:ext cx="13557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8291" name="Group 35"/>
          <p:cNvGrpSpPr/>
          <p:nvPr/>
        </p:nvGrpSpPr>
        <p:grpSpPr bwMode="auto">
          <a:xfrm>
            <a:off x="549275" y="457200"/>
            <a:ext cx="8331200" cy="539750"/>
            <a:chOff x="346" y="572"/>
            <a:chExt cx="5248" cy="340"/>
          </a:xfrm>
        </p:grpSpPr>
        <p:sp>
          <p:nvSpPr>
            <p:cNvPr id="25611" name="Rectangle 36"/>
            <p:cNvSpPr>
              <a:spLocks noChangeArrowheads="1"/>
            </p:cNvSpPr>
            <p:nvPr/>
          </p:nvSpPr>
          <p:spPr bwMode="auto">
            <a:xfrm>
              <a:off x="346" y="572"/>
              <a:ext cx="5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5730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000099"/>
                  </a:solidFill>
                  <a:latin typeface="宋体" panose="02010600030101010101" pitchFamily="2" charset="-122"/>
                </a:rPr>
                <a:t>4)</a:t>
              </a:r>
              <a:r>
                <a:rPr lang="en-US" altLang="zh-CN" sz="2800" b="1">
                  <a:latin typeface="宋体" panose="02010600030101010101" pitchFamily="2" charset="-122"/>
                </a:rPr>
                <a:t> </a:t>
              </a:r>
              <a:r>
                <a:rPr lang="zh-CN" altLang="en-US" sz="2800" b="1">
                  <a:latin typeface="宋体" panose="02010600030101010101" pitchFamily="2" charset="-122"/>
                </a:rPr>
                <a:t>设  是 </a:t>
              </a:r>
              <a:r>
                <a:rPr lang="zh-CN" altLang="en-US" sz="2800" b="1" i="1">
                  <a:latin typeface="宋体" panose="02010600030101010101" pitchFamily="2" charset="-122"/>
                </a:rPr>
                <a:t>   </a:t>
              </a:r>
              <a:r>
                <a:rPr lang="zh-CN" altLang="en-US" sz="2800" b="1">
                  <a:latin typeface="宋体" panose="02010600030101010101" pitchFamily="2" charset="-122"/>
                </a:rPr>
                <a:t>平面上的任意一个区域，则有                                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25612" name="Object 37"/>
            <p:cNvGraphicFramePr>
              <a:graphicFrameLocks noChangeAspect="1"/>
            </p:cNvGraphicFramePr>
            <p:nvPr/>
          </p:nvGraphicFramePr>
          <p:xfrm>
            <a:off x="1428" y="642"/>
            <a:ext cx="51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2" name="公式" r:id="rId19" imgW="238125" imgH="86360" progId="Equation.3">
                    <p:embed/>
                  </p:oleObj>
                </mc:Choice>
                <mc:Fallback>
                  <p:oleObj name="公式" r:id="rId19" imgW="238125" imgH="8636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642"/>
                          <a:ext cx="51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3" name="Object 38"/>
            <p:cNvGraphicFramePr>
              <a:graphicFrameLocks noChangeAspect="1"/>
            </p:cNvGraphicFramePr>
            <p:nvPr/>
          </p:nvGraphicFramePr>
          <p:xfrm>
            <a:off x="975" y="618"/>
            <a:ext cx="2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3" name="公式" r:id="rId21" imgW="85725" imgH="106045" progId="Equation.3">
                    <p:embed/>
                  </p:oleObj>
                </mc:Choice>
                <mc:Fallback>
                  <p:oleObj name="公式" r:id="rId21" imgW="85725" imgH="106045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5" y="618"/>
                          <a:ext cx="2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8295" name="Group 39"/>
          <p:cNvGrpSpPr/>
          <p:nvPr/>
        </p:nvGrpSpPr>
        <p:grpSpPr bwMode="auto">
          <a:xfrm>
            <a:off x="539750" y="3048000"/>
            <a:ext cx="5372100" cy="557213"/>
            <a:chOff x="340" y="2108"/>
            <a:chExt cx="3384" cy="351"/>
          </a:xfrm>
        </p:grpSpPr>
        <p:sp>
          <p:nvSpPr>
            <p:cNvPr id="25608" name="Text Box 40"/>
            <p:cNvSpPr txBox="1">
              <a:spLocks noChangeArrowheads="1"/>
            </p:cNvSpPr>
            <p:nvPr/>
          </p:nvSpPr>
          <p:spPr bwMode="auto">
            <a:xfrm>
              <a:off x="340" y="2108"/>
              <a:ext cx="3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latin typeface="宋体" panose="02010600030101010101" pitchFamily="2" charset="-122"/>
                </a:rPr>
                <a:t>(</a:t>
              </a:r>
              <a:r>
                <a:rPr lang="zh-CN" altLang="en-US" sz="2800" b="1">
                  <a:latin typeface="宋体" panose="02010600030101010101" pitchFamily="2" charset="-122"/>
                </a:rPr>
                <a:t>表示以  为底，以曲面        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  <p:graphicFrame>
          <p:nvGraphicFramePr>
            <p:cNvPr id="25609" name="Object 41"/>
            <p:cNvGraphicFramePr>
              <a:graphicFrameLocks noChangeAspect="1"/>
            </p:cNvGraphicFramePr>
            <p:nvPr/>
          </p:nvGraphicFramePr>
          <p:xfrm>
            <a:off x="1193" y="2142"/>
            <a:ext cx="27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4" name="公式" r:id="rId23" imgW="85725" imgH="106045" progId="Equation.3">
                    <p:embed/>
                  </p:oleObj>
                </mc:Choice>
                <mc:Fallback>
                  <p:oleObj name="公式" r:id="rId23" imgW="85725" imgH="10604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3" y="2142"/>
                          <a:ext cx="270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0" name="Object 42"/>
            <p:cNvGraphicFramePr>
              <a:graphicFrameLocks noChangeAspect="1"/>
            </p:cNvGraphicFramePr>
            <p:nvPr/>
          </p:nvGraphicFramePr>
          <p:xfrm>
            <a:off x="2741" y="2127"/>
            <a:ext cx="851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955" name="公式" r:id="rId25" imgW="447675" imgH="125095" progId="Equation.3">
                    <p:embed/>
                  </p:oleObj>
                </mc:Choice>
                <mc:Fallback>
                  <p:oleObj name="公式" r:id="rId25" imgW="447675" imgH="12509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1" y="2127"/>
                          <a:ext cx="851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08299" name="Rectangle 43"/>
          <p:cNvSpPr>
            <a:spLocks noChangeArrowheads="1"/>
          </p:cNvSpPr>
          <p:nvPr/>
        </p:nvSpPr>
        <p:spPr bwMode="auto">
          <a:xfrm>
            <a:off x="685800" y="3933825"/>
            <a:ext cx="4232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为顶面的曲顶柱体的体积</a:t>
            </a:r>
            <a:r>
              <a:rPr lang="en-US" altLang="zh-CN" sz="2800" b="1"/>
              <a:t>)</a:t>
            </a:r>
            <a:endParaRPr lang="en-US" altLang="zh-CN" sz="2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8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99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395288" y="260350"/>
            <a:ext cx="6005512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>
                <a:solidFill>
                  <a:schemeClr val="accent2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3200">
                <a:solidFill>
                  <a:schemeClr val="accent2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3200">
                <a:ea typeface="黑体" panose="02010609060101010101" pitchFamily="49" charset="-122"/>
              </a:rPr>
              <a:t>    </a:t>
            </a:r>
            <a:r>
              <a:rPr lang="zh-CN" altLang="en-US" sz="3200">
                <a:ea typeface="黑体" panose="02010609060101010101" pitchFamily="49" charset="-122"/>
              </a:rPr>
              <a:t>设</a:t>
            </a:r>
            <a:r>
              <a:rPr lang="en-US" altLang="zh-CN" sz="3200">
                <a:ea typeface="黑体" panose="02010609060101010101" pitchFamily="49" charset="-122"/>
              </a:rPr>
              <a:t>(</a:t>
            </a:r>
            <a:r>
              <a:rPr lang="en-US" altLang="zh-CN" sz="3200" i="1">
                <a:ea typeface="黑体" panose="02010609060101010101" pitchFamily="49" charset="-122"/>
              </a:rPr>
              <a:t>X</a:t>
            </a:r>
            <a:r>
              <a:rPr lang="en-US" altLang="zh-CN" sz="3200">
                <a:ea typeface="黑体" panose="02010609060101010101" pitchFamily="49" charset="-122"/>
              </a:rPr>
              <a:t>,</a:t>
            </a:r>
            <a:r>
              <a:rPr lang="en-US" altLang="zh-CN" sz="3200" i="1">
                <a:ea typeface="黑体" panose="02010609060101010101" pitchFamily="49" charset="-122"/>
              </a:rPr>
              <a:t>Y</a:t>
            </a:r>
            <a:r>
              <a:rPr lang="en-US" altLang="zh-CN" sz="3200">
                <a:ea typeface="黑体" panose="02010609060101010101" pitchFamily="49" charset="-122"/>
              </a:rPr>
              <a:t>)</a:t>
            </a:r>
            <a:r>
              <a:rPr lang="zh-CN" altLang="en-US" sz="3200">
                <a:ea typeface="黑体" panose="02010609060101010101" pitchFamily="49" charset="-122"/>
              </a:rPr>
              <a:t>的概率密度是</a:t>
            </a:r>
            <a:endParaRPr lang="zh-CN" altLang="en-US" sz="3200">
              <a:ea typeface="黑体" panose="02010609060101010101" pitchFamily="49" charset="-122"/>
            </a:endParaRP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547688" y="2862263"/>
            <a:ext cx="3513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/>
              <a:t>(1) </a:t>
            </a:r>
            <a:r>
              <a:rPr lang="zh-CN" altLang="en-US" sz="2800" b="1"/>
              <a:t>求分布函数                </a:t>
            </a:r>
            <a:endParaRPr lang="zh-CN" altLang="en-US" sz="2800" b="1">
              <a:solidFill>
                <a:srgbClr val="FFFF00"/>
              </a:solidFill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401763" y="1376363"/>
          <a:ext cx="5143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1" name="Equation" r:id="rId1" imgW="5067300" imgH="991235" progId="Equation.DSMT4">
                  <p:embed/>
                </p:oleObj>
              </mc:Choice>
              <mc:Fallback>
                <p:oleObj name="Equation" r:id="rId1" imgW="5067300" imgH="99123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1376363"/>
                        <a:ext cx="5143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2943225" y="2943225"/>
          <a:ext cx="1333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2" name="Equation" r:id="rId3" imgW="1257300" imgH="423545" progId="Equation.DSMT4">
                  <p:embed/>
                </p:oleObj>
              </mc:Choice>
              <mc:Fallback>
                <p:oleObj name="Equation" r:id="rId3" imgW="1257300" imgH="4235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2943225"/>
                        <a:ext cx="1333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2297113" y="379730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3" name="Equation" r:id="rId5" imgW="1485900" imgH="423545" progId="Equation.DSMT4">
                  <p:embed/>
                </p:oleObj>
              </mc:Choice>
              <mc:Fallback>
                <p:oleObj name="Equation" r:id="rId5" imgW="1485900" imgH="42354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379730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525463" y="3725863"/>
            <a:ext cx="3538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(2) </a:t>
            </a:r>
            <a:r>
              <a:rPr lang="zh-CN" altLang="en-US" sz="2800" b="1"/>
              <a:t>求概率                  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034" name="Group 2"/>
          <p:cNvGrpSpPr/>
          <p:nvPr/>
        </p:nvGrpSpPr>
        <p:grpSpPr bwMode="auto">
          <a:xfrm>
            <a:off x="5710238" y="3298825"/>
            <a:ext cx="2505075" cy="2414588"/>
            <a:chOff x="3969" y="367"/>
            <a:chExt cx="1578" cy="1521"/>
          </a:xfrm>
        </p:grpSpPr>
        <p:sp>
          <p:nvSpPr>
            <p:cNvPr id="27688" name="Line 3"/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Line 4"/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90" name="Object 5"/>
            <p:cNvGraphicFramePr>
              <a:graphicFrameLocks noChangeAspect="1"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1" name="公式" r:id="rId1" imgW="219075" imgH="240665" progId="Equation.3">
                    <p:embed/>
                  </p:oleObj>
                </mc:Choice>
                <mc:Fallback>
                  <p:oleObj name="公式" r:id="rId1" imgW="219075" imgH="2406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1" name="Object 6"/>
            <p:cNvGraphicFramePr>
              <a:graphicFrameLocks noChangeAspect="1"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2" name="Equation" r:id="rId3" imgW="152400" imgH="163830" progId="Equation.DSMT4">
                    <p:embed/>
                  </p:oleObj>
                </mc:Choice>
                <mc:Fallback>
                  <p:oleObj name="Equation" r:id="rId3" imgW="152400" imgH="16383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2" name="Object 7"/>
            <p:cNvGraphicFramePr>
              <a:graphicFrameLocks noChangeAspect="1"/>
            </p:cNvGraphicFramePr>
            <p:nvPr/>
          </p:nvGraphicFramePr>
          <p:xfrm>
            <a:off x="4438" y="367"/>
            <a:ext cx="14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3" name="Equation" r:id="rId5" imgW="123825" imgH="163830" progId="Equation.DSMT4">
                    <p:embed/>
                  </p:oleObj>
                </mc:Choice>
                <mc:Fallback>
                  <p:oleObj name="Equation" r:id="rId5" imgW="123825" imgH="16383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7"/>
                          <a:ext cx="14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0040" name="Rectangle 8"/>
          <p:cNvSpPr>
            <a:spLocks noChangeArrowheads="1"/>
          </p:cNvSpPr>
          <p:nvPr/>
        </p:nvSpPr>
        <p:spPr bwMode="auto">
          <a:xfrm>
            <a:off x="6357938" y="3913188"/>
            <a:ext cx="1584325" cy="1223962"/>
          </a:xfrm>
          <a:prstGeom prst="rect">
            <a:avLst/>
          </a:prstGeom>
          <a:solidFill>
            <a:srgbClr val="FF6600">
              <a:alpha val="2784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0041" name="Group 9"/>
          <p:cNvGrpSpPr/>
          <p:nvPr/>
        </p:nvGrpSpPr>
        <p:grpSpPr bwMode="auto">
          <a:xfrm>
            <a:off x="4268788" y="4273550"/>
            <a:ext cx="2447925" cy="1871663"/>
            <a:chOff x="2699" y="981"/>
            <a:chExt cx="1542" cy="1179"/>
          </a:xfrm>
        </p:grpSpPr>
        <p:sp>
          <p:nvSpPr>
            <p:cNvPr id="27678" name="Line 10"/>
            <p:cNvSpPr>
              <a:spLocks noChangeShapeType="1"/>
            </p:cNvSpPr>
            <p:nvPr/>
          </p:nvSpPr>
          <p:spPr bwMode="auto">
            <a:xfrm flipV="1">
              <a:off x="2699" y="1253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Oval 11"/>
            <p:cNvSpPr>
              <a:spLocks noChangeArrowheads="1"/>
            </p:cNvSpPr>
            <p:nvPr/>
          </p:nvSpPr>
          <p:spPr bwMode="auto">
            <a:xfrm>
              <a:off x="3990" y="1242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7680" name="Object 12"/>
            <p:cNvGraphicFramePr>
              <a:graphicFrameLocks noChangeAspect="1"/>
            </p:cNvGraphicFramePr>
            <p:nvPr/>
          </p:nvGraphicFramePr>
          <p:xfrm>
            <a:off x="4081" y="1071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4" name="公式" r:id="rId7" imgW="180975" imgH="240665" progId="Equation.3">
                    <p:embed/>
                  </p:oleObj>
                </mc:Choice>
                <mc:Fallback>
                  <p:oleObj name="公式" r:id="rId7" imgW="180975" imgH="24066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" y="1071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1" name="Oval 13"/>
            <p:cNvSpPr>
              <a:spLocks noChangeArrowheads="1"/>
            </p:cNvSpPr>
            <p:nvPr/>
          </p:nvSpPr>
          <p:spPr bwMode="auto">
            <a:xfrm>
              <a:off x="3742" y="1212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2" name="Rectangle 14"/>
            <p:cNvSpPr>
              <a:spLocks noChangeArrowheads="1"/>
            </p:cNvSpPr>
            <p:nvPr/>
          </p:nvSpPr>
          <p:spPr bwMode="auto">
            <a:xfrm>
              <a:off x="2880" y="1253"/>
              <a:ext cx="908" cy="726"/>
            </a:xfrm>
            <a:prstGeom prst="rect">
              <a:avLst/>
            </a:prstGeom>
            <a:solidFill>
              <a:srgbClr val="FF00FF">
                <a:alpha val="3411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3" name="Oval 15"/>
            <p:cNvSpPr>
              <a:spLocks noChangeArrowheads="1"/>
            </p:cNvSpPr>
            <p:nvPr/>
          </p:nvSpPr>
          <p:spPr bwMode="auto">
            <a:xfrm>
              <a:off x="3787" y="1513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84" name="Line 16"/>
            <p:cNvSpPr>
              <a:spLocks noChangeShapeType="1"/>
            </p:cNvSpPr>
            <p:nvPr/>
          </p:nvSpPr>
          <p:spPr bwMode="auto">
            <a:xfrm>
              <a:off x="3787" y="1253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85" name="Object 17"/>
            <p:cNvGraphicFramePr>
              <a:graphicFrameLocks noChangeAspect="1"/>
            </p:cNvGraphicFramePr>
            <p:nvPr/>
          </p:nvGraphicFramePr>
          <p:xfrm>
            <a:off x="3288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5" name="公式" r:id="rId9" imgW="762000" imgH="346710" progId="Equation.3">
                    <p:embed/>
                  </p:oleObj>
                </mc:Choice>
                <mc:Fallback>
                  <p:oleObj name="公式" r:id="rId9" imgW="762000" imgH="34671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6" name="Object 18"/>
            <p:cNvGraphicFramePr>
              <a:graphicFrameLocks noChangeAspect="1"/>
            </p:cNvGraphicFramePr>
            <p:nvPr/>
          </p:nvGraphicFramePr>
          <p:xfrm>
            <a:off x="3833" y="1570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6" name="公式" r:id="rId11" imgW="180975" imgH="163830" progId="Equation.3">
                    <p:embed/>
                  </p:oleObj>
                </mc:Choice>
                <mc:Fallback>
                  <p:oleObj name="公式" r:id="rId11" imgW="180975" imgH="16383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570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87" name="Line 19"/>
            <p:cNvSpPr>
              <a:spLocks noChangeShapeType="1"/>
            </p:cNvSpPr>
            <p:nvPr/>
          </p:nvSpPr>
          <p:spPr bwMode="auto">
            <a:xfrm>
              <a:off x="3696" y="1253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0052" name="Group 20"/>
          <p:cNvGrpSpPr/>
          <p:nvPr/>
        </p:nvGrpSpPr>
        <p:grpSpPr bwMode="auto">
          <a:xfrm>
            <a:off x="1246188" y="3154363"/>
            <a:ext cx="2505075" cy="2416175"/>
            <a:chOff x="3969" y="366"/>
            <a:chExt cx="1578" cy="1522"/>
          </a:xfrm>
        </p:grpSpPr>
        <p:sp>
          <p:nvSpPr>
            <p:cNvPr id="27673" name="Line 21"/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Line 22"/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75" name="Object 23"/>
            <p:cNvGraphicFramePr>
              <a:graphicFrameLocks noChangeAspect="1"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7" name="公式" r:id="rId13" imgW="219075" imgH="240665" progId="Equation.3">
                    <p:embed/>
                  </p:oleObj>
                </mc:Choice>
                <mc:Fallback>
                  <p:oleObj name="公式" r:id="rId13" imgW="219075" imgH="24066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6" name="Object 24"/>
            <p:cNvGraphicFramePr>
              <a:graphicFrameLocks noChangeAspect="1"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8" name="Equation" r:id="rId15" imgW="152400" imgH="163830" progId="Equation.DSMT4">
                    <p:embed/>
                  </p:oleObj>
                </mc:Choice>
                <mc:Fallback>
                  <p:oleObj name="Equation" r:id="rId15" imgW="152400" imgH="16383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7" name="Object 25"/>
            <p:cNvGraphicFramePr>
              <a:graphicFrameLocks noChangeAspect="1"/>
            </p:cNvGraphicFramePr>
            <p:nvPr/>
          </p:nvGraphicFramePr>
          <p:xfrm>
            <a:off x="4438" y="366"/>
            <a:ext cx="146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9" name="Equation" r:id="rId17" imgW="123825" imgH="163830" progId="Equation.DSMT4">
                    <p:embed/>
                  </p:oleObj>
                </mc:Choice>
                <mc:Fallback>
                  <p:oleObj name="Equation" r:id="rId17" imgW="123825" imgH="16383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6"/>
                          <a:ext cx="146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0058" name="Rectangle 26"/>
          <p:cNvSpPr>
            <a:spLocks noChangeArrowheads="1"/>
          </p:cNvSpPr>
          <p:nvPr/>
        </p:nvSpPr>
        <p:spPr bwMode="auto">
          <a:xfrm>
            <a:off x="1893888" y="3770313"/>
            <a:ext cx="1584325" cy="1223962"/>
          </a:xfrm>
          <a:prstGeom prst="rect">
            <a:avLst/>
          </a:prstGeom>
          <a:solidFill>
            <a:srgbClr val="FF6600">
              <a:alpha val="2784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0059" name="Group 27"/>
          <p:cNvGrpSpPr/>
          <p:nvPr/>
        </p:nvGrpSpPr>
        <p:grpSpPr bwMode="auto">
          <a:xfrm>
            <a:off x="611188" y="4076700"/>
            <a:ext cx="2636837" cy="1728788"/>
            <a:chOff x="794" y="935"/>
            <a:chExt cx="1661" cy="1089"/>
          </a:xfrm>
        </p:grpSpPr>
        <p:sp>
          <p:nvSpPr>
            <p:cNvPr id="27664" name="Line 28"/>
            <p:cNvSpPr>
              <a:spLocks noChangeShapeType="1"/>
            </p:cNvSpPr>
            <p:nvPr/>
          </p:nvSpPr>
          <p:spPr bwMode="auto">
            <a:xfrm flipV="1">
              <a:off x="794" y="1117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5" name="Oval 29"/>
            <p:cNvSpPr>
              <a:spLocks noChangeArrowheads="1"/>
            </p:cNvSpPr>
            <p:nvPr/>
          </p:nvSpPr>
          <p:spPr bwMode="auto">
            <a:xfrm>
              <a:off x="1565" y="1106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7666" name="Object 30"/>
            <p:cNvGraphicFramePr>
              <a:graphicFrameLocks noChangeAspect="1"/>
            </p:cNvGraphicFramePr>
            <p:nvPr/>
          </p:nvGraphicFramePr>
          <p:xfrm>
            <a:off x="1429" y="935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0" name="公式" r:id="rId19" imgW="180975" imgH="240665" progId="Equation.3">
                    <p:embed/>
                  </p:oleObj>
                </mc:Choice>
                <mc:Fallback>
                  <p:oleObj name="公式" r:id="rId19" imgW="180975" imgH="24066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935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7" name="Oval 31"/>
            <p:cNvSpPr>
              <a:spLocks noChangeArrowheads="1"/>
            </p:cNvSpPr>
            <p:nvPr/>
          </p:nvSpPr>
          <p:spPr bwMode="auto">
            <a:xfrm>
              <a:off x="1858" y="1071"/>
              <a:ext cx="54" cy="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8" name="Rectangle 32"/>
            <p:cNvSpPr>
              <a:spLocks noChangeArrowheads="1"/>
            </p:cNvSpPr>
            <p:nvPr/>
          </p:nvSpPr>
          <p:spPr bwMode="auto">
            <a:xfrm>
              <a:off x="975" y="1117"/>
              <a:ext cx="908" cy="726"/>
            </a:xfrm>
            <a:prstGeom prst="rect">
              <a:avLst/>
            </a:prstGeom>
            <a:solidFill>
              <a:srgbClr val="FF00FF">
                <a:alpha val="3411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69" name="Oval 33"/>
            <p:cNvSpPr>
              <a:spLocks noChangeArrowheads="1"/>
            </p:cNvSpPr>
            <p:nvPr/>
          </p:nvSpPr>
          <p:spPr bwMode="auto">
            <a:xfrm>
              <a:off x="1882" y="1490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670" name="Line 34"/>
            <p:cNvSpPr>
              <a:spLocks noChangeShapeType="1"/>
            </p:cNvSpPr>
            <p:nvPr/>
          </p:nvSpPr>
          <p:spPr bwMode="auto">
            <a:xfrm>
              <a:off x="1882" y="1117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71" name="Object 35"/>
            <p:cNvGraphicFramePr>
              <a:graphicFrameLocks noChangeAspect="1"/>
            </p:cNvGraphicFramePr>
            <p:nvPr/>
          </p:nvGraphicFramePr>
          <p:xfrm>
            <a:off x="1927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1" name="公式" r:id="rId21" imgW="762000" imgH="346710" progId="Equation.3">
                    <p:embed/>
                  </p:oleObj>
                </mc:Choice>
                <mc:Fallback>
                  <p:oleObj name="公式" r:id="rId21" imgW="762000" imgH="34671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72" name="Object 36"/>
            <p:cNvGraphicFramePr>
              <a:graphicFrameLocks noChangeAspect="1"/>
            </p:cNvGraphicFramePr>
            <p:nvPr/>
          </p:nvGraphicFramePr>
          <p:xfrm>
            <a:off x="1928" y="1547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2" name="公式" r:id="rId23" imgW="180975" imgH="163830" progId="Equation.3">
                    <p:embed/>
                  </p:oleObj>
                </mc:Choice>
                <mc:Fallback>
                  <p:oleObj name="公式" r:id="rId23" imgW="180975" imgH="16383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1547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56" name="Object 37"/>
          <p:cNvGraphicFramePr>
            <a:graphicFrameLocks noChangeAspect="1"/>
          </p:cNvGraphicFramePr>
          <p:nvPr/>
        </p:nvGraphicFramePr>
        <p:xfrm>
          <a:off x="2438400" y="457200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3" name="Equation" r:id="rId25" imgW="4419600" imgH="625475" progId="Equation.DSMT4">
                  <p:embed/>
                </p:oleObj>
              </mc:Choice>
              <mc:Fallback>
                <p:oleObj name="Equation" r:id="rId25" imgW="4419600" imgH="625475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57200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0070" name="Object 38"/>
          <p:cNvGraphicFramePr>
            <a:graphicFrameLocks noChangeAspect="1"/>
          </p:cNvGraphicFramePr>
          <p:nvPr/>
        </p:nvGraphicFramePr>
        <p:xfrm>
          <a:off x="3192463" y="1533525"/>
          <a:ext cx="51816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4" name="Equation" r:id="rId27" imgW="5105400" imgH="490855" progId="Equation.DSMT4">
                  <p:embed/>
                </p:oleObj>
              </mc:Choice>
              <mc:Fallback>
                <p:oleObj name="Equation" r:id="rId27" imgW="5105400" imgH="490855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1533525"/>
                        <a:ext cx="5181600" cy="5588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71" name="Text Box 39"/>
          <p:cNvSpPr txBox="1">
            <a:spLocks noChangeArrowheads="1"/>
          </p:cNvSpPr>
          <p:nvPr/>
        </p:nvSpPr>
        <p:spPr bwMode="auto">
          <a:xfrm>
            <a:off x="957263" y="1500188"/>
            <a:ext cx="1728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solidFill>
                  <a:schemeClr val="accent2"/>
                </a:solidFill>
                <a:latin typeface="Arial" panose="020B0604020202020204" pitchFamily="34" charset="0"/>
              </a:rPr>
              <a:t>积分区域</a:t>
            </a:r>
            <a:endParaRPr kumimoji="0" lang="zh-CN" altLang="en-US" sz="2800" b="1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grpSp>
        <p:nvGrpSpPr>
          <p:cNvPr id="300072" name="Group 40"/>
          <p:cNvGrpSpPr/>
          <p:nvPr/>
        </p:nvGrpSpPr>
        <p:grpSpPr bwMode="auto">
          <a:xfrm>
            <a:off x="596900" y="2281238"/>
            <a:ext cx="2663825" cy="568325"/>
            <a:chOff x="340" y="1434"/>
            <a:chExt cx="1678" cy="358"/>
          </a:xfrm>
        </p:grpSpPr>
        <p:sp>
          <p:nvSpPr>
            <p:cNvPr id="27662" name="Text Box 41"/>
            <p:cNvSpPr txBox="1">
              <a:spLocks noChangeArrowheads="1"/>
            </p:cNvSpPr>
            <p:nvPr/>
          </p:nvSpPr>
          <p:spPr bwMode="auto">
            <a:xfrm>
              <a:off x="1383" y="1434"/>
              <a:ext cx="6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800" b="1">
                  <a:solidFill>
                    <a:schemeClr val="accent2"/>
                  </a:solidFill>
                  <a:latin typeface="Arial" panose="020B0604020202020204" pitchFamily="34" charset="0"/>
                </a:rPr>
                <a:t>区域</a:t>
              </a:r>
              <a:endParaRPr kumimoji="0" lang="zh-CN" altLang="en-US" sz="2800" b="1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27663" name="Object 42"/>
            <p:cNvGraphicFramePr>
              <a:graphicFrameLocks noChangeAspect="1"/>
            </p:cNvGraphicFramePr>
            <p:nvPr/>
          </p:nvGraphicFramePr>
          <p:xfrm>
            <a:off x="340" y="1480"/>
            <a:ext cx="1056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5" name="Equation" r:id="rId29" imgW="1600200" imgH="423545" progId="Equation.DSMT4">
                    <p:embed/>
                  </p:oleObj>
                </mc:Choice>
                <mc:Fallback>
                  <p:oleObj name="Equation" r:id="rId29" imgW="1600200" imgH="423545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1480"/>
                          <a:ext cx="1056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0075" name="Object 43"/>
          <p:cNvGraphicFramePr>
            <a:graphicFrameLocks noChangeAspect="1"/>
          </p:cNvGraphicFramePr>
          <p:nvPr/>
        </p:nvGraphicFramePr>
        <p:xfrm>
          <a:off x="3721100" y="2346325"/>
          <a:ext cx="27813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6" name="Equation" r:id="rId31" imgW="2705100" imgH="490855" progId="Equation.DSMT4">
                  <p:embed/>
                </p:oleObj>
              </mc:Choice>
              <mc:Fallback>
                <p:oleObj name="Equation" r:id="rId31" imgW="2705100" imgH="49085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2346325"/>
                        <a:ext cx="2781300" cy="5588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Text Box 44"/>
          <p:cNvSpPr txBox="1">
            <a:spLocks noChangeArrowheads="1"/>
          </p:cNvSpPr>
          <p:nvPr/>
        </p:nvSpPr>
        <p:spPr bwMode="auto">
          <a:xfrm>
            <a:off x="957263" y="585788"/>
            <a:ext cx="12239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解  </a:t>
            </a:r>
            <a:r>
              <a:rPr lang="en-US" altLang="zh-CN" sz="2800" b="1"/>
              <a:t>(1)</a:t>
            </a:r>
            <a:endParaRPr lang="en-US" altLang="zh-CN" sz="2800" b="1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0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0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0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40" grpId="0" bldLvl="0" animBg="1"/>
      <p:bldP spid="300058" grpId="0" bldLvl="0" animBg="1"/>
      <p:bldP spid="300071" grpId="0" bldLvl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/>
          <p:nvPr/>
        </p:nvGrpSpPr>
        <p:grpSpPr bwMode="auto">
          <a:xfrm>
            <a:off x="1909763" y="1517650"/>
            <a:ext cx="2505075" cy="2414588"/>
            <a:chOff x="3969" y="367"/>
            <a:chExt cx="1578" cy="1521"/>
          </a:xfrm>
        </p:grpSpPr>
        <p:sp>
          <p:nvSpPr>
            <p:cNvPr id="28706" name="Line 3"/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7" name="Line 4"/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8" name="Object 5"/>
            <p:cNvGraphicFramePr>
              <a:graphicFrameLocks noChangeAspect="1"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87" name="公式" r:id="rId1" imgW="219075" imgH="240665" progId="Equation.3">
                    <p:embed/>
                  </p:oleObj>
                </mc:Choice>
                <mc:Fallback>
                  <p:oleObj name="公式" r:id="rId1" imgW="219075" imgH="2406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6"/>
            <p:cNvGraphicFramePr>
              <a:graphicFrameLocks noChangeAspect="1"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88" name="Equation" r:id="rId3" imgW="152400" imgH="163830" progId="Equation.DSMT4">
                    <p:embed/>
                  </p:oleObj>
                </mc:Choice>
                <mc:Fallback>
                  <p:oleObj name="Equation" r:id="rId3" imgW="152400" imgH="16383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7"/>
            <p:cNvGraphicFramePr>
              <a:graphicFrameLocks noChangeAspect="1"/>
            </p:cNvGraphicFramePr>
            <p:nvPr/>
          </p:nvGraphicFramePr>
          <p:xfrm>
            <a:off x="4438" y="367"/>
            <a:ext cx="146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89" name="Equation" r:id="rId5" imgW="123825" imgH="163830" progId="Equation.DSMT4">
                    <p:embed/>
                  </p:oleObj>
                </mc:Choice>
                <mc:Fallback>
                  <p:oleObj name="Equation" r:id="rId5" imgW="123825" imgH="16383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7"/>
                          <a:ext cx="146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64" name="Rectangle 8"/>
          <p:cNvSpPr>
            <a:spLocks noChangeArrowheads="1"/>
          </p:cNvSpPr>
          <p:nvPr/>
        </p:nvSpPr>
        <p:spPr bwMode="auto">
          <a:xfrm>
            <a:off x="2557463" y="2132013"/>
            <a:ext cx="1584325" cy="1223962"/>
          </a:xfrm>
          <a:prstGeom prst="rect">
            <a:avLst/>
          </a:prstGeom>
          <a:solidFill>
            <a:srgbClr val="FF6600">
              <a:alpha val="2784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1065" name="Group 9"/>
          <p:cNvGrpSpPr/>
          <p:nvPr/>
        </p:nvGrpSpPr>
        <p:grpSpPr bwMode="auto">
          <a:xfrm>
            <a:off x="468313" y="3068638"/>
            <a:ext cx="2343150" cy="2087562"/>
            <a:chOff x="158" y="2886"/>
            <a:chExt cx="1476" cy="1315"/>
          </a:xfrm>
        </p:grpSpPr>
        <p:sp>
          <p:nvSpPr>
            <p:cNvPr id="28695" name="Line 10"/>
            <p:cNvSpPr>
              <a:spLocks noChangeShapeType="1"/>
            </p:cNvSpPr>
            <p:nvPr/>
          </p:nvSpPr>
          <p:spPr bwMode="auto">
            <a:xfrm flipV="1">
              <a:off x="158" y="3294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Oval 11"/>
            <p:cNvSpPr>
              <a:spLocks noChangeArrowheads="1"/>
            </p:cNvSpPr>
            <p:nvPr/>
          </p:nvSpPr>
          <p:spPr bwMode="auto">
            <a:xfrm>
              <a:off x="1449" y="3294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8697" name="Object 12"/>
            <p:cNvGraphicFramePr>
              <a:graphicFrameLocks noChangeAspect="1"/>
            </p:cNvGraphicFramePr>
            <p:nvPr/>
          </p:nvGraphicFramePr>
          <p:xfrm>
            <a:off x="1474" y="3365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0" name="公式" r:id="rId7" imgW="180975" imgH="240665" progId="Equation.3">
                    <p:embed/>
                  </p:oleObj>
                </mc:Choice>
                <mc:Fallback>
                  <p:oleObj name="公式" r:id="rId7" imgW="180975" imgH="240665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365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98" name="Oval 13"/>
            <p:cNvSpPr>
              <a:spLocks noChangeArrowheads="1"/>
            </p:cNvSpPr>
            <p:nvPr/>
          </p:nvSpPr>
          <p:spPr bwMode="auto">
            <a:xfrm>
              <a:off x="1202" y="3253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99" name="Rectangle 14"/>
            <p:cNvSpPr>
              <a:spLocks noChangeArrowheads="1"/>
            </p:cNvSpPr>
            <p:nvPr/>
          </p:nvSpPr>
          <p:spPr bwMode="auto">
            <a:xfrm>
              <a:off x="339" y="3294"/>
              <a:ext cx="908" cy="726"/>
            </a:xfrm>
            <a:prstGeom prst="rect">
              <a:avLst/>
            </a:prstGeom>
            <a:solidFill>
              <a:srgbClr val="FF00FF">
                <a:alpha val="3411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0" name="Oval 15"/>
            <p:cNvSpPr>
              <a:spLocks noChangeArrowheads="1"/>
            </p:cNvSpPr>
            <p:nvPr/>
          </p:nvSpPr>
          <p:spPr bwMode="auto">
            <a:xfrm>
              <a:off x="1238" y="3022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701" name="Line 16"/>
            <p:cNvSpPr>
              <a:spLocks noChangeShapeType="1"/>
            </p:cNvSpPr>
            <p:nvPr/>
          </p:nvSpPr>
          <p:spPr bwMode="auto">
            <a:xfrm>
              <a:off x="1246" y="3294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2" name="Object 17"/>
            <p:cNvGraphicFramePr>
              <a:graphicFrameLocks noChangeAspect="1"/>
            </p:cNvGraphicFramePr>
            <p:nvPr/>
          </p:nvGraphicFramePr>
          <p:xfrm>
            <a:off x="674" y="3322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1" name="公式" r:id="rId9" imgW="762000" imgH="346710" progId="Equation.3">
                    <p:embed/>
                  </p:oleObj>
                </mc:Choice>
                <mc:Fallback>
                  <p:oleObj name="公式" r:id="rId9" imgW="762000" imgH="34671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" y="3322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3" name="Object 18"/>
            <p:cNvGraphicFramePr>
              <a:graphicFrameLocks noChangeAspect="1"/>
            </p:cNvGraphicFramePr>
            <p:nvPr/>
          </p:nvGraphicFramePr>
          <p:xfrm>
            <a:off x="1111" y="2886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2" name="公式" r:id="rId11" imgW="180975" imgH="163830" progId="Equation.3">
                    <p:embed/>
                  </p:oleObj>
                </mc:Choice>
                <mc:Fallback>
                  <p:oleObj name="公式" r:id="rId11" imgW="180975" imgH="16383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1" y="2886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04" name="Line 19"/>
            <p:cNvSpPr>
              <a:spLocks noChangeShapeType="1"/>
            </p:cNvSpPr>
            <p:nvPr/>
          </p:nvSpPr>
          <p:spPr bwMode="auto">
            <a:xfrm>
              <a:off x="1155" y="3294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5" name="Line 20"/>
            <p:cNvSpPr>
              <a:spLocks noChangeShapeType="1"/>
            </p:cNvSpPr>
            <p:nvPr/>
          </p:nvSpPr>
          <p:spPr bwMode="auto">
            <a:xfrm flipV="1">
              <a:off x="1247" y="3067"/>
              <a:ext cx="0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1077" name="Group 21"/>
          <p:cNvGrpSpPr/>
          <p:nvPr/>
        </p:nvGrpSpPr>
        <p:grpSpPr bwMode="auto">
          <a:xfrm>
            <a:off x="5365750" y="1517650"/>
            <a:ext cx="2503488" cy="2414588"/>
            <a:chOff x="3969" y="367"/>
            <a:chExt cx="1577" cy="1521"/>
          </a:xfrm>
        </p:grpSpPr>
        <p:sp>
          <p:nvSpPr>
            <p:cNvPr id="28690" name="Line 22"/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23"/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692" name="Object 24"/>
            <p:cNvGraphicFramePr>
              <a:graphicFrameLocks noChangeAspect="1"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3" name="公式" r:id="rId13" imgW="219075" imgH="240665" progId="Equation.3">
                    <p:embed/>
                  </p:oleObj>
                </mc:Choice>
                <mc:Fallback>
                  <p:oleObj name="公式" r:id="rId13" imgW="219075" imgH="24066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3" name="Object 25"/>
            <p:cNvGraphicFramePr>
              <a:graphicFrameLocks noChangeAspect="1"/>
            </p:cNvGraphicFramePr>
            <p:nvPr/>
          </p:nvGraphicFramePr>
          <p:xfrm>
            <a:off x="5382" y="1570"/>
            <a:ext cx="164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4" name="Equation" r:id="rId15" imgW="152400" imgH="163830" progId="Equation.DSMT4">
                    <p:embed/>
                  </p:oleObj>
                </mc:Choice>
                <mc:Fallback>
                  <p:oleObj name="Equation" r:id="rId15" imgW="152400" imgH="16383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4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94" name="Object 26"/>
            <p:cNvGraphicFramePr>
              <a:graphicFrameLocks noChangeAspect="1"/>
            </p:cNvGraphicFramePr>
            <p:nvPr/>
          </p:nvGraphicFramePr>
          <p:xfrm>
            <a:off x="4438" y="367"/>
            <a:ext cx="14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5" name="Equation" r:id="rId17" imgW="123825" imgH="163830" progId="Equation.DSMT4">
                    <p:embed/>
                  </p:oleObj>
                </mc:Choice>
                <mc:Fallback>
                  <p:oleObj name="Equation" r:id="rId17" imgW="123825" imgH="16383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7"/>
                          <a:ext cx="14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1083" name="Rectangle 27"/>
          <p:cNvSpPr>
            <a:spLocks noChangeArrowheads="1"/>
          </p:cNvSpPr>
          <p:nvPr/>
        </p:nvSpPr>
        <p:spPr bwMode="auto">
          <a:xfrm>
            <a:off x="6011863" y="2133600"/>
            <a:ext cx="1584325" cy="1223963"/>
          </a:xfrm>
          <a:prstGeom prst="rect">
            <a:avLst/>
          </a:prstGeom>
          <a:solidFill>
            <a:srgbClr val="FF6600">
              <a:alpha val="27843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01084" name="Group 28"/>
          <p:cNvGrpSpPr/>
          <p:nvPr/>
        </p:nvGrpSpPr>
        <p:grpSpPr bwMode="auto">
          <a:xfrm>
            <a:off x="5076825" y="3302000"/>
            <a:ext cx="2638425" cy="1854200"/>
            <a:chOff x="3833" y="2851"/>
            <a:chExt cx="1662" cy="1168"/>
          </a:xfrm>
        </p:grpSpPr>
        <p:sp>
          <p:nvSpPr>
            <p:cNvPr id="28680" name="Line 29"/>
            <p:cNvSpPr>
              <a:spLocks noChangeShapeType="1"/>
            </p:cNvSpPr>
            <p:nvPr/>
          </p:nvSpPr>
          <p:spPr bwMode="auto">
            <a:xfrm flipV="1">
              <a:off x="3833" y="3112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1" name="Oval 30"/>
            <p:cNvSpPr>
              <a:spLocks noChangeArrowheads="1"/>
            </p:cNvSpPr>
            <p:nvPr/>
          </p:nvSpPr>
          <p:spPr bwMode="auto">
            <a:xfrm>
              <a:off x="4414" y="310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8682" name="Object 31"/>
            <p:cNvGraphicFramePr>
              <a:graphicFrameLocks noChangeAspect="1"/>
            </p:cNvGraphicFramePr>
            <p:nvPr/>
          </p:nvGraphicFramePr>
          <p:xfrm>
            <a:off x="4241" y="3113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6" name="公式" r:id="rId19" imgW="180975" imgH="240665" progId="Equation.3">
                    <p:embed/>
                  </p:oleObj>
                </mc:Choice>
                <mc:Fallback>
                  <p:oleObj name="公式" r:id="rId19" imgW="180975" imgH="24066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113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3" name="Oval 32"/>
            <p:cNvSpPr>
              <a:spLocks noChangeArrowheads="1"/>
            </p:cNvSpPr>
            <p:nvPr/>
          </p:nvSpPr>
          <p:spPr bwMode="auto">
            <a:xfrm>
              <a:off x="4876" y="3071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4" name="Rectangle 33"/>
            <p:cNvSpPr>
              <a:spLocks noChangeArrowheads="1"/>
            </p:cNvSpPr>
            <p:nvPr/>
          </p:nvSpPr>
          <p:spPr bwMode="auto">
            <a:xfrm>
              <a:off x="4014" y="3112"/>
              <a:ext cx="908" cy="726"/>
            </a:xfrm>
            <a:prstGeom prst="rect">
              <a:avLst/>
            </a:prstGeom>
            <a:solidFill>
              <a:srgbClr val="FF00FF">
                <a:alpha val="34117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5" name="Oval 34"/>
            <p:cNvSpPr>
              <a:spLocks noChangeArrowheads="1"/>
            </p:cNvSpPr>
            <p:nvPr/>
          </p:nvSpPr>
          <p:spPr bwMode="auto">
            <a:xfrm>
              <a:off x="4897" y="285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686" name="Line 35"/>
            <p:cNvSpPr>
              <a:spLocks noChangeShapeType="1"/>
            </p:cNvSpPr>
            <p:nvPr/>
          </p:nvSpPr>
          <p:spPr bwMode="auto">
            <a:xfrm>
              <a:off x="4921" y="311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687" name="Object 36"/>
            <p:cNvGraphicFramePr>
              <a:graphicFrameLocks noChangeAspect="1"/>
            </p:cNvGraphicFramePr>
            <p:nvPr/>
          </p:nvGraphicFramePr>
          <p:xfrm>
            <a:off x="4967" y="3113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7" name="公式" r:id="rId21" imgW="762000" imgH="346710" progId="Equation.3">
                    <p:embed/>
                  </p:oleObj>
                </mc:Choice>
                <mc:Fallback>
                  <p:oleObj name="公式" r:id="rId21" imgW="762000" imgH="34671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113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8" name="Object 37"/>
            <p:cNvGraphicFramePr>
              <a:graphicFrameLocks noChangeAspect="1"/>
            </p:cNvGraphicFramePr>
            <p:nvPr/>
          </p:nvGraphicFramePr>
          <p:xfrm>
            <a:off x="4921" y="2908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98" name="公式" r:id="rId23" imgW="180975" imgH="163830" progId="Equation.3">
                    <p:embed/>
                  </p:oleObj>
                </mc:Choice>
                <mc:Fallback>
                  <p:oleObj name="公式" r:id="rId23" imgW="180975" imgH="16383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2908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89" name="Line 38"/>
            <p:cNvSpPr>
              <a:spLocks noChangeShapeType="1"/>
            </p:cNvSpPr>
            <p:nvPr/>
          </p:nvSpPr>
          <p:spPr bwMode="auto">
            <a:xfrm flipV="1">
              <a:off x="4921" y="2886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0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4" grpId="0" bldLvl="0" animBg="1"/>
      <p:bldP spid="301083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/>
          <p:cNvGraphicFramePr>
            <a:graphicFrameLocks noChangeAspect="1"/>
          </p:cNvGraphicFramePr>
          <p:nvPr/>
        </p:nvGraphicFramePr>
        <p:xfrm>
          <a:off x="1282700" y="4806950"/>
          <a:ext cx="6616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" name="Equation" r:id="rId1" imgW="6543675" imgH="1145540" progId="Equation.DSMT4">
                  <p:embed/>
                </p:oleObj>
              </mc:Choice>
              <mc:Fallback>
                <p:oleObj name="Equation" r:id="rId1" imgW="6543675" imgH="11455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4806950"/>
                        <a:ext cx="66167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083" name="Group 3"/>
          <p:cNvGrpSpPr/>
          <p:nvPr/>
        </p:nvGrpSpPr>
        <p:grpSpPr bwMode="auto">
          <a:xfrm>
            <a:off x="1139825" y="3427413"/>
            <a:ext cx="3455988" cy="519112"/>
            <a:chOff x="703" y="2345"/>
            <a:chExt cx="2177" cy="327"/>
          </a:xfrm>
        </p:grpSpPr>
        <p:graphicFrame>
          <p:nvGraphicFramePr>
            <p:cNvPr id="29710" name="Object 4"/>
            <p:cNvGraphicFramePr>
              <a:graphicFrameLocks noChangeAspect="1"/>
            </p:cNvGraphicFramePr>
            <p:nvPr/>
          </p:nvGraphicFramePr>
          <p:xfrm>
            <a:off x="1058" y="2382"/>
            <a:ext cx="1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0" name="Equation" r:id="rId3" imgW="1876425" imgH="346710" progId="Equation.DSMT4">
                    <p:embed/>
                  </p:oleObj>
                </mc:Choice>
                <mc:Fallback>
                  <p:oleObj name="Equation" r:id="rId3" imgW="1876425" imgH="34671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2382"/>
                          <a:ext cx="12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1" name="Text Box 5"/>
            <p:cNvSpPr txBox="1">
              <a:spLocks noChangeArrowheads="1"/>
            </p:cNvSpPr>
            <p:nvPr/>
          </p:nvSpPr>
          <p:spPr bwMode="auto">
            <a:xfrm>
              <a:off x="703" y="2345"/>
              <a:ext cx="217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                         时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</p:grpSp>
      <p:graphicFrame>
        <p:nvGraphicFramePr>
          <p:cNvPr id="302086" name="Object 6"/>
          <p:cNvGraphicFramePr>
            <a:graphicFrameLocks noChangeAspect="1"/>
          </p:cNvGraphicFramePr>
          <p:nvPr/>
        </p:nvGraphicFramePr>
        <p:xfrm>
          <a:off x="1187450" y="4005263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1" name="Equation" r:id="rId5" imgW="4419600" imgH="625475" progId="Equation.DSMT4">
                  <p:embed/>
                </p:oleObj>
              </mc:Choice>
              <mc:Fallback>
                <p:oleObj name="Equation" r:id="rId5" imgW="4419600" imgH="62547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005263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7" name="Object 7"/>
          <p:cNvGraphicFramePr>
            <a:graphicFrameLocks noChangeAspect="1"/>
          </p:cNvGraphicFramePr>
          <p:nvPr/>
        </p:nvGraphicFramePr>
        <p:xfrm>
          <a:off x="5819775" y="4214813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2" name="Equation" r:id="rId7" imgW="419100" imgH="240665" progId="Equation.DSMT4">
                  <p:embed/>
                </p:oleObj>
              </mc:Choice>
              <mc:Fallback>
                <p:oleObj name="Equation" r:id="rId7" imgW="419100" imgH="24066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9775" y="4214813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8" name="Text Box 8"/>
          <p:cNvSpPr txBox="1">
            <a:spLocks noChangeArrowheads="1"/>
          </p:cNvSpPr>
          <p:nvPr/>
        </p:nvSpPr>
        <p:spPr bwMode="auto">
          <a:xfrm>
            <a:off x="347663" y="5062538"/>
            <a:ext cx="504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</a:t>
            </a:r>
            <a:endParaRPr lang="zh-CN" altLang="en-US" sz="2800" b="1"/>
          </a:p>
        </p:txBody>
      </p:sp>
      <p:graphicFrame>
        <p:nvGraphicFramePr>
          <p:cNvPr id="302089" name="Object 9"/>
          <p:cNvGraphicFramePr>
            <a:graphicFrameLocks noChangeAspect="1"/>
          </p:cNvGraphicFramePr>
          <p:nvPr/>
        </p:nvGraphicFramePr>
        <p:xfrm>
          <a:off x="2292350" y="1749425"/>
          <a:ext cx="321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3" name="Equation" r:id="rId9" imgW="3133725" imgH="664210" progId="Equation.DSMT4">
                  <p:embed/>
                </p:oleObj>
              </mc:Choice>
              <mc:Fallback>
                <p:oleObj name="Equation" r:id="rId9" imgW="3133725" imgH="66421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1749425"/>
                        <a:ext cx="3213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0" name="Object 10"/>
          <p:cNvGraphicFramePr>
            <a:graphicFrameLocks noChangeAspect="1"/>
          </p:cNvGraphicFramePr>
          <p:nvPr/>
        </p:nvGraphicFramePr>
        <p:xfrm>
          <a:off x="5532438" y="1698625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4" name="Equation" r:id="rId11" imgW="3267075" imgH="664210" progId="Equation.DSMT4">
                  <p:embed/>
                </p:oleObj>
              </mc:Choice>
              <mc:Fallback>
                <p:oleObj name="Equation" r:id="rId11" imgW="3267075" imgH="66421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1698625"/>
                        <a:ext cx="3340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1" name="Object 11"/>
          <p:cNvGraphicFramePr>
            <a:graphicFrameLocks noChangeAspect="1"/>
          </p:cNvGraphicFramePr>
          <p:nvPr/>
        </p:nvGraphicFramePr>
        <p:xfrm>
          <a:off x="2292350" y="2681288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5" name="Equation" r:id="rId13" imgW="2905125" imgH="529590" progId="Equation.DSMT4">
                  <p:embed/>
                </p:oleObj>
              </mc:Choice>
              <mc:Fallback>
                <p:oleObj name="Equation" r:id="rId13" imgW="2905125" imgH="52959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2681288"/>
                        <a:ext cx="2984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6" name="Group 12"/>
          <p:cNvGrpSpPr/>
          <p:nvPr/>
        </p:nvGrpSpPr>
        <p:grpSpPr bwMode="auto">
          <a:xfrm>
            <a:off x="1066800" y="304800"/>
            <a:ext cx="3095625" cy="525463"/>
            <a:chOff x="1397" y="287"/>
            <a:chExt cx="1950" cy="331"/>
          </a:xfrm>
        </p:grpSpPr>
        <p:graphicFrame>
          <p:nvGraphicFramePr>
            <p:cNvPr id="29708" name="Object 13"/>
            <p:cNvGraphicFramePr>
              <a:graphicFrameLocks noChangeAspect="1"/>
            </p:cNvGraphicFramePr>
            <p:nvPr/>
          </p:nvGraphicFramePr>
          <p:xfrm>
            <a:off x="1746" y="370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6" name="Equation" r:id="rId15" imgW="1590675" imgH="317500" progId="Equation.DSMT4">
                    <p:embed/>
                  </p:oleObj>
                </mc:Choice>
                <mc:Fallback>
                  <p:oleObj name="Equation" r:id="rId15" imgW="1590675" imgH="3175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70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9" name="Text Box 14"/>
            <p:cNvSpPr txBox="1">
              <a:spLocks noChangeArrowheads="1"/>
            </p:cNvSpPr>
            <p:nvPr/>
          </p:nvSpPr>
          <p:spPr bwMode="auto">
            <a:xfrm>
              <a:off x="1397" y="287"/>
              <a:ext cx="195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                     时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</p:grpSp>
      <p:graphicFrame>
        <p:nvGraphicFramePr>
          <p:cNvPr id="302095" name="Object 15"/>
          <p:cNvGraphicFramePr>
            <a:graphicFrameLocks noChangeAspect="1"/>
          </p:cNvGraphicFramePr>
          <p:nvPr/>
        </p:nvGraphicFramePr>
        <p:xfrm>
          <a:off x="1042988" y="908050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7" name="Equation" r:id="rId17" imgW="4419600" imgH="625475" progId="Equation.DSMT4">
                  <p:embed/>
                </p:oleObj>
              </mc:Choice>
              <mc:Fallback>
                <p:oleObj name="Equation" r:id="rId17" imgW="4419600" imgH="62547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908050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2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8" grpId="0" bldLvl="0" animBg="1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106" name="Object 2"/>
          <p:cNvGraphicFramePr>
            <a:graphicFrameLocks noChangeAspect="1"/>
          </p:cNvGraphicFramePr>
          <p:nvPr/>
        </p:nvGraphicFramePr>
        <p:xfrm>
          <a:off x="1628775" y="4268788"/>
          <a:ext cx="3187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9" name="Equation" r:id="rId1" imgW="3114675" imgH="625475" progId="Equation.DSMT4">
                  <p:embed/>
                </p:oleObj>
              </mc:Choice>
              <mc:Fallback>
                <p:oleObj name="Equation" r:id="rId1" imgW="3114675" imgH="62547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4268788"/>
                        <a:ext cx="3187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07" name="Object 3"/>
          <p:cNvGraphicFramePr>
            <a:graphicFrameLocks noChangeAspect="1"/>
          </p:cNvGraphicFramePr>
          <p:nvPr/>
        </p:nvGraphicFramePr>
        <p:xfrm>
          <a:off x="1604963" y="5133975"/>
          <a:ext cx="67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0" name="Equation" r:id="rId3" imgW="600075" imgH="770255" progId="Equation.DSMT4">
                  <p:embed/>
                </p:oleObj>
              </mc:Choice>
              <mc:Fallback>
                <p:oleObj name="Equation" r:id="rId3" imgW="600075" imgH="77025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5133975"/>
                        <a:ext cx="67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196975" y="309563"/>
            <a:ext cx="600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(2)</a:t>
            </a:r>
            <a:endParaRPr lang="en-US" altLang="zh-CN" sz="2800" b="1"/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133600" y="38100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1" name="Equation" r:id="rId5" imgW="1485900" imgH="423545" progId="Equation.DSMT4">
                  <p:embed/>
                </p:oleObj>
              </mc:Choice>
              <mc:Fallback>
                <p:oleObj name="Equation" r:id="rId5" imgW="1485900" imgH="42354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8100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/>
        </p:nvGraphicFramePr>
        <p:xfrm>
          <a:off x="1682750" y="1174750"/>
          <a:ext cx="2667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2" name="Equation" r:id="rId7" imgW="2590800" imgH="798830" progId="Equation.DSMT4">
                  <p:embed/>
                </p:oleObj>
              </mc:Choice>
              <mc:Fallback>
                <p:oleObj name="Equation" r:id="rId7" imgW="2590800" imgH="79883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2750" y="1174750"/>
                        <a:ext cx="2667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1" name="Object 7"/>
          <p:cNvGraphicFramePr>
            <a:graphicFrameLocks noChangeAspect="1"/>
          </p:cNvGraphicFramePr>
          <p:nvPr/>
        </p:nvGraphicFramePr>
        <p:xfrm>
          <a:off x="1628775" y="2254250"/>
          <a:ext cx="336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3" name="Equation" r:id="rId9" imgW="3286125" imgH="625475" progId="Equation.DSMT4">
                  <p:embed/>
                </p:oleObj>
              </mc:Choice>
              <mc:Fallback>
                <p:oleObj name="Equation" r:id="rId9" imgW="3286125" imgH="62547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2254250"/>
                        <a:ext cx="336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/>
          <p:cNvGraphicFramePr>
            <a:graphicFrameLocks noChangeAspect="1"/>
          </p:cNvGraphicFramePr>
          <p:nvPr/>
        </p:nvGraphicFramePr>
        <p:xfrm>
          <a:off x="1628775" y="3332163"/>
          <a:ext cx="3352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4" name="Equation" r:id="rId11" imgW="3276600" imgH="625475" progId="Equation.DSMT4">
                  <p:embed/>
                </p:oleObj>
              </mc:Choice>
              <mc:Fallback>
                <p:oleObj name="Equation" r:id="rId11" imgW="3276600" imgH="62547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8775" y="3332163"/>
                        <a:ext cx="3352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3113" name="Group 9"/>
          <p:cNvGrpSpPr/>
          <p:nvPr/>
        </p:nvGrpSpPr>
        <p:grpSpPr bwMode="auto">
          <a:xfrm>
            <a:off x="5589588" y="1677988"/>
            <a:ext cx="2852737" cy="2447925"/>
            <a:chOff x="3651" y="1389"/>
            <a:chExt cx="1797" cy="1542"/>
          </a:xfrm>
        </p:grpSpPr>
        <p:sp>
          <p:nvSpPr>
            <p:cNvPr id="30731" name="Line 10"/>
            <p:cNvSpPr>
              <a:spLocks noChangeShapeType="1"/>
            </p:cNvSpPr>
            <p:nvPr/>
          </p:nvSpPr>
          <p:spPr bwMode="auto">
            <a:xfrm>
              <a:off x="3651" y="2432"/>
              <a:ext cx="1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Line 11"/>
            <p:cNvSpPr>
              <a:spLocks noChangeShapeType="1"/>
            </p:cNvSpPr>
            <p:nvPr/>
          </p:nvSpPr>
          <p:spPr bwMode="auto">
            <a:xfrm flipV="1">
              <a:off x="4269" y="1616"/>
              <a:ext cx="17" cy="1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12"/>
            <p:cNvSpPr>
              <a:spLocks noChangeShapeType="1"/>
            </p:cNvSpPr>
            <p:nvPr/>
          </p:nvSpPr>
          <p:spPr bwMode="auto">
            <a:xfrm flipV="1">
              <a:off x="3815" y="1707"/>
              <a:ext cx="1180" cy="1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0734" name="Object 13"/>
            <p:cNvGraphicFramePr>
              <a:graphicFrameLocks noChangeAspect="1"/>
            </p:cNvGraphicFramePr>
            <p:nvPr/>
          </p:nvGraphicFramePr>
          <p:xfrm>
            <a:off x="4920" y="1434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5" name="Equation" r:id="rId13" imgW="762000" imgH="240665" progId="Equation.DSMT4">
                    <p:embed/>
                  </p:oleObj>
                </mc:Choice>
                <mc:Fallback>
                  <p:oleObj name="Equation" r:id="rId13" imgW="762000" imgH="240665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1434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5" name="AutoShape 14"/>
            <p:cNvSpPr>
              <a:spLocks noChangeArrowheads="1"/>
            </p:cNvSpPr>
            <p:nvPr/>
          </p:nvSpPr>
          <p:spPr bwMode="auto">
            <a:xfrm rot="-5400000">
              <a:off x="3856" y="1757"/>
              <a:ext cx="1097" cy="1088"/>
            </a:xfrm>
            <a:prstGeom prst="rtTriangle">
              <a:avLst/>
            </a:prstGeom>
            <a:solidFill>
              <a:srgbClr val="FF0000">
                <a:alpha val="36862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736" name="Object 15"/>
            <p:cNvGraphicFramePr>
              <a:graphicFrameLocks noChangeAspect="1"/>
            </p:cNvGraphicFramePr>
            <p:nvPr/>
          </p:nvGraphicFramePr>
          <p:xfrm>
            <a:off x="5176" y="238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6" name="Equation" r:id="rId15" imgW="180975" imgH="163830" progId="Equation.DSMT4">
                    <p:embed/>
                  </p:oleObj>
                </mc:Choice>
                <mc:Fallback>
                  <p:oleObj name="Equation" r:id="rId15" imgW="180975" imgH="16383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6" y="238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16"/>
            <p:cNvGraphicFramePr>
              <a:graphicFrameLocks noChangeAspect="1"/>
            </p:cNvGraphicFramePr>
            <p:nvPr/>
          </p:nvGraphicFramePr>
          <p:xfrm>
            <a:off x="4178" y="1389"/>
            <a:ext cx="18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7" name="Equation" r:id="rId17" imgW="180975" imgH="240665" progId="Equation.DSMT4">
                    <p:embed/>
                  </p:oleObj>
                </mc:Choice>
                <mc:Fallback>
                  <p:oleObj name="Equation" r:id="rId17" imgW="180975" imgH="240665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8" y="1389"/>
                          <a:ext cx="18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8" name="Object 17"/>
            <p:cNvGraphicFramePr>
              <a:graphicFrameLocks noChangeAspect="1"/>
            </p:cNvGraphicFramePr>
            <p:nvPr/>
          </p:nvGraphicFramePr>
          <p:xfrm>
            <a:off x="4087" y="2251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8" name="Equation" r:id="rId19" imgW="142875" imgH="163830" progId="Equation.DSMT4">
                    <p:embed/>
                  </p:oleObj>
                </mc:Choice>
                <mc:Fallback>
                  <p:oleObj name="Equation" r:id="rId19" imgW="142875" imgH="16383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2251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3122" name="Rectangle 18"/>
          <p:cNvSpPr>
            <a:spLocks noChangeArrowheads="1"/>
          </p:cNvSpPr>
          <p:nvPr/>
        </p:nvSpPr>
        <p:spPr bwMode="auto">
          <a:xfrm>
            <a:off x="6629400" y="2286000"/>
            <a:ext cx="1223963" cy="1079500"/>
          </a:xfrm>
          <a:prstGeom prst="rect">
            <a:avLst/>
          </a:prstGeom>
          <a:solidFill>
            <a:srgbClr val="00FF00">
              <a:alpha val="2196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3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3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22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Text Box 2"/>
          <p:cNvSpPr txBox="1">
            <a:spLocks noChangeArrowheads="1"/>
          </p:cNvSpPr>
          <p:nvPr/>
        </p:nvSpPr>
        <p:spPr bwMode="auto">
          <a:xfrm>
            <a:off x="901700" y="1093788"/>
            <a:ext cx="46593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FF99"/>
                </a:solidFill>
              </a:rPr>
              <a:t>   </a:t>
            </a:r>
            <a:r>
              <a:rPr lang="zh-CN" altLang="en-US" sz="3200" b="1"/>
              <a:t>对连续型 </a:t>
            </a:r>
            <a:r>
              <a:rPr lang="en-US" altLang="zh-CN" sz="3200" b="1" i="1"/>
              <a:t>r.v </a:t>
            </a:r>
            <a:r>
              <a:rPr lang="en-US" altLang="zh-CN" sz="3200" b="1"/>
              <a:t>( </a:t>
            </a:r>
            <a:r>
              <a:rPr lang="en-US" altLang="zh-CN" sz="3200" b="1" i="1"/>
              <a:t>X</a:t>
            </a:r>
            <a:r>
              <a:rPr lang="en-US" altLang="zh-CN" sz="3200" b="1"/>
              <a:t>,</a:t>
            </a:r>
            <a:r>
              <a:rPr lang="en-US" altLang="zh-CN" sz="3200" b="1" i="1"/>
              <a:t>Y</a:t>
            </a:r>
            <a:r>
              <a:rPr lang="en-US" altLang="zh-CN" sz="3200" b="1"/>
              <a:t> ) </a:t>
            </a:r>
            <a:r>
              <a:rPr lang="zh-CN" altLang="en-US" sz="3200" b="1"/>
              <a:t>，</a:t>
            </a:r>
            <a:endParaRPr lang="zh-CN" altLang="en-US" sz="3200" b="1"/>
          </a:p>
        </p:txBody>
      </p:sp>
      <p:sp>
        <p:nvSpPr>
          <p:cNvPr id="314371" name="Rectangle 3"/>
          <p:cNvSpPr>
            <a:spLocks noChangeArrowheads="1"/>
          </p:cNvSpPr>
          <p:nvPr/>
        </p:nvSpPr>
        <p:spPr bwMode="auto">
          <a:xfrm>
            <a:off x="1169988" y="1884363"/>
            <a:ext cx="47704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X </a:t>
            </a:r>
            <a:r>
              <a:rPr lang="zh-CN" altLang="en-US" sz="3200" b="1"/>
              <a:t>和</a:t>
            </a:r>
            <a:r>
              <a:rPr lang="en-US" altLang="zh-CN" sz="3200" b="1" i="1"/>
              <a:t>Y </a:t>
            </a:r>
            <a:r>
              <a:rPr lang="zh-CN" altLang="en-US" sz="3200" b="1"/>
              <a:t>的联合概率密度为</a:t>
            </a:r>
            <a:endParaRPr lang="zh-CN" altLang="en-US" sz="3200" b="1"/>
          </a:p>
        </p:txBody>
      </p:sp>
      <p:sp>
        <p:nvSpPr>
          <p:cNvPr id="314372" name="Rectangle 4"/>
          <p:cNvSpPr>
            <a:spLocks noChangeArrowheads="1"/>
          </p:cNvSpPr>
          <p:nvPr/>
        </p:nvSpPr>
        <p:spPr bwMode="auto">
          <a:xfrm>
            <a:off x="233363" y="2749550"/>
            <a:ext cx="6985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accent2"/>
                </a:solidFill>
              </a:rPr>
              <a:t>则 </a:t>
            </a:r>
            <a:r>
              <a:rPr lang="en-US" altLang="en-US" sz="3200" b="1">
                <a:solidFill>
                  <a:schemeClr val="accent2"/>
                </a:solidFill>
              </a:rPr>
              <a:t>( 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,</a:t>
            </a:r>
            <a:r>
              <a:rPr lang="en-US" altLang="zh-CN" sz="3200" b="1" i="1">
                <a:solidFill>
                  <a:schemeClr val="accent2"/>
                </a:solidFill>
              </a:rPr>
              <a:t>Y </a:t>
            </a:r>
            <a:r>
              <a:rPr lang="en-US" altLang="zh-CN" sz="3200" b="1">
                <a:solidFill>
                  <a:schemeClr val="accent2"/>
                </a:solidFill>
              </a:rPr>
              <a:t>) </a:t>
            </a:r>
            <a:r>
              <a:rPr lang="zh-CN" altLang="en-US" sz="3200" b="1">
                <a:solidFill>
                  <a:schemeClr val="accent2"/>
                </a:solidFill>
              </a:rPr>
              <a:t>关于 </a:t>
            </a:r>
            <a:r>
              <a:rPr lang="en-US" altLang="zh-CN" sz="3200" b="1" i="1">
                <a:solidFill>
                  <a:schemeClr val="accent2"/>
                </a:solidFill>
              </a:rPr>
              <a:t>X </a:t>
            </a:r>
            <a:r>
              <a:rPr lang="zh-CN" altLang="en-US" sz="3200" b="1">
                <a:solidFill>
                  <a:schemeClr val="accent2"/>
                </a:solidFill>
              </a:rPr>
              <a:t>的边缘概率密度为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graphicFrame>
        <p:nvGraphicFramePr>
          <p:cNvPr id="314373" name="Object 5"/>
          <p:cNvGraphicFramePr>
            <a:graphicFrameLocks noChangeAspect="1"/>
          </p:cNvGraphicFramePr>
          <p:nvPr/>
        </p:nvGraphicFramePr>
        <p:xfrm>
          <a:off x="5616575" y="1897063"/>
          <a:ext cx="138588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1" name="公式" r:id="rId1" imgW="419100" imgH="125095" progId="Equation.3">
                  <p:embed/>
                </p:oleObj>
              </mc:Choice>
              <mc:Fallback>
                <p:oleObj name="公式" r:id="rId1" imgW="419100" imgH="12509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6575" y="1897063"/>
                        <a:ext cx="1385888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4" name="Object 6"/>
          <p:cNvGraphicFramePr>
            <a:graphicFrameLocks noChangeAspect="1"/>
          </p:cNvGraphicFramePr>
          <p:nvPr/>
        </p:nvGraphicFramePr>
        <p:xfrm>
          <a:off x="1763713" y="3357563"/>
          <a:ext cx="381317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2" name="Equation" r:id="rId3" imgW="1285875" imgH="259715" progId="Equation.DSMT4">
                  <p:embed/>
                </p:oleObj>
              </mc:Choice>
              <mc:Fallback>
                <p:oleObj name="Equation" r:id="rId3" imgW="1285875" imgH="25971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357563"/>
                        <a:ext cx="381317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4376" name="Text Box 8"/>
          <p:cNvSpPr txBox="1">
            <a:spLocks noChangeArrowheads="1"/>
          </p:cNvSpPr>
          <p:nvPr/>
        </p:nvSpPr>
        <p:spPr bwMode="auto">
          <a:xfrm>
            <a:off x="304800" y="4465638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事实上 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14377" name="Object 9"/>
          <p:cNvGraphicFramePr>
            <a:graphicFrameLocks noChangeAspect="1"/>
          </p:cNvGraphicFramePr>
          <p:nvPr/>
        </p:nvGraphicFramePr>
        <p:xfrm>
          <a:off x="1619250" y="5445125"/>
          <a:ext cx="4876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3" name="Equation" r:id="rId5" imgW="4800600" imgH="625475" progId="Equation.DSMT4">
                  <p:embed/>
                </p:oleObj>
              </mc:Choice>
              <mc:Fallback>
                <p:oleObj name="Equation" r:id="rId5" imgW="4800600" imgH="62547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445125"/>
                        <a:ext cx="4876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3" name="Text Box 10"/>
          <p:cNvSpPr txBox="1">
            <a:spLocks noChangeArrowheads="1"/>
          </p:cNvSpPr>
          <p:nvPr/>
        </p:nvSpPr>
        <p:spPr bwMode="auto">
          <a:xfrm>
            <a:off x="304800" y="228600"/>
            <a:ext cx="6842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solidFill>
                  <a:schemeClr val="tx2"/>
                </a:solidFill>
                <a:ea typeface="黑体" panose="02010609060101010101" pitchFamily="49" charset="-122"/>
              </a:rPr>
              <a:t>二、连续型随机变量的边缘概率密度</a:t>
            </a:r>
            <a:endParaRPr lang="zh-CN" altLang="en-US" sz="32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314379" name="Object 11"/>
          <p:cNvGraphicFramePr>
            <a:graphicFrameLocks noChangeAspect="1"/>
          </p:cNvGraphicFramePr>
          <p:nvPr/>
        </p:nvGraphicFramePr>
        <p:xfrm>
          <a:off x="5849938" y="3625850"/>
          <a:ext cx="2006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4" name="Equation" r:id="rId7" imgW="1933575" imgH="423545" progId="Equation.DSMT4">
                  <p:embed/>
                </p:oleObj>
              </mc:Choice>
              <mc:Fallback>
                <p:oleObj name="Equation" r:id="rId7" imgW="1933575" imgH="42354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8" y="3625850"/>
                        <a:ext cx="2006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4834" name="Object 2"/>
          <p:cNvGraphicFramePr>
            <a:graphicFrameLocks noChangeAspect="1"/>
          </p:cNvGraphicFramePr>
          <p:nvPr/>
        </p:nvGraphicFramePr>
        <p:xfrm>
          <a:off x="1947863" y="4418013"/>
          <a:ext cx="59658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5" name="Equation" r:id="rId9" imgW="2527300" imgH="381000" progId="Equation.DSMT4">
                  <p:embed/>
                </p:oleObj>
              </mc:Choice>
              <mc:Fallback>
                <p:oleObj name="Equation" r:id="rId9" imgW="2527300" imgH="381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863" y="4418013"/>
                        <a:ext cx="59658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14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14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4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0" grpId="0" bldLvl="0" animBg="1" autoUpdateAnimBg="0"/>
      <p:bldP spid="314371" grpId="0" bldLvl="0" animBg="1" autoUpdateAnimBg="0"/>
      <p:bldP spid="314372" grpId="0" bldLvl="0" animBg="1" autoUpdateAnimBg="0"/>
      <p:bldP spid="314376" grpId="0" bldLvl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ChangeArrowheads="1"/>
          </p:cNvSpPr>
          <p:nvPr/>
        </p:nvSpPr>
        <p:spPr bwMode="auto">
          <a:xfrm>
            <a:off x="914400" y="1524000"/>
            <a:ext cx="5797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en-US" sz="3200" b="1">
                <a:solidFill>
                  <a:schemeClr val="accent2"/>
                </a:solidFill>
              </a:rPr>
              <a:t>( </a:t>
            </a:r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,</a:t>
            </a:r>
            <a:r>
              <a:rPr lang="en-US" altLang="zh-CN" sz="3200" b="1" i="1">
                <a:solidFill>
                  <a:schemeClr val="accent2"/>
                </a:solidFill>
              </a:rPr>
              <a:t>Y </a:t>
            </a:r>
            <a:r>
              <a:rPr lang="en-US" altLang="zh-CN" sz="3200" b="1">
                <a:solidFill>
                  <a:schemeClr val="accent2"/>
                </a:solidFill>
              </a:rPr>
              <a:t>)</a:t>
            </a:r>
            <a:r>
              <a:rPr lang="zh-CN" altLang="en-US" sz="3200" b="1">
                <a:solidFill>
                  <a:schemeClr val="accent2"/>
                </a:solidFill>
              </a:rPr>
              <a:t>关于</a:t>
            </a:r>
            <a:r>
              <a:rPr lang="en-US" altLang="zh-CN" sz="3200" b="1" i="1">
                <a:solidFill>
                  <a:schemeClr val="accent2"/>
                </a:solidFill>
              </a:rPr>
              <a:t>Y </a:t>
            </a:r>
            <a:r>
              <a:rPr lang="zh-CN" altLang="en-US" sz="3200" b="1">
                <a:solidFill>
                  <a:schemeClr val="accent2"/>
                </a:solidFill>
              </a:rPr>
              <a:t>的边缘概率密度为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graphicFrame>
        <p:nvGraphicFramePr>
          <p:cNvPr id="315395" name="Object 3"/>
          <p:cNvGraphicFramePr>
            <a:graphicFrameLocks noChangeAspect="1"/>
          </p:cNvGraphicFramePr>
          <p:nvPr/>
        </p:nvGraphicFramePr>
        <p:xfrm>
          <a:off x="1979613" y="2349500"/>
          <a:ext cx="39211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9" name="Equation" r:id="rId1" imgW="1323975" imgH="259715" progId="Equation.DSMT4">
                  <p:embed/>
                </p:oleObj>
              </mc:Choice>
              <mc:Fallback>
                <p:oleObj name="Equation" r:id="rId1" imgW="1323975" imgH="25971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349500"/>
                        <a:ext cx="39211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/>
          <p:cNvGraphicFramePr>
            <a:graphicFrameLocks noChangeAspect="1"/>
          </p:cNvGraphicFramePr>
          <p:nvPr/>
        </p:nvGraphicFramePr>
        <p:xfrm>
          <a:off x="6248400" y="2605088"/>
          <a:ext cx="199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0" name="Equation" r:id="rId3" imgW="1914525" imgH="423545" progId="Equation.DSMT4">
                  <p:embed/>
                </p:oleObj>
              </mc:Choice>
              <mc:Fallback>
                <p:oleObj name="Equation" r:id="rId3" imgW="1914525" imgH="42354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605088"/>
                        <a:ext cx="1993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4" grpId="0" bldLvl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ChangeArrowheads="1"/>
          </p:cNvSpPr>
          <p:nvPr/>
        </p:nvSpPr>
        <p:spPr bwMode="auto">
          <a:xfrm>
            <a:off x="990600" y="228600"/>
            <a:ext cx="525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66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ea typeface="黑体" panose="02010609060101010101" pitchFamily="49" charset="-122"/>
              </a:rPr>
              <a:t>例</a:t>
            </a:r>
            <a:r>
              <a:rPr lang="en-US" altLang="zh-CN">
                <a:ea typeface="黑体" panose="02010609060101010101" pitchFamily="49" charset="-122"/>
              </a:rPr>
              <a:t>2  </a:t>
            </a:r>
            <a:r>
              <a:rPr lang="zh-CN" altLang="en-US">
                <a:ea typeface="黑体" panose="02010609060101010101" pitchFamily="49" charset="-122"/>
              </a:rPr>
              <a:t>设</a:t>
            </a:r>
            <a:r>
              <a:rPr lang="en-US" altLang="zh-CN">
                <a:ea typeface="黑体" panose="02010609060101010101" pitchFamily="49" charset="-122"/>
              </a:rPr>
              <a:t>(</a:t>
            </a:r>
            <a:r>
              <a:rPr lang="en-US" altLang="zh-CN" i="1">
                <a:ea typeface="黑体" panose="02010609060101010101" pitchFamily="49" charset="-122"/>
              </a:rPr>
              <a:t>X</a:t>
            </a:r>
            <a:r>
              <a:rPr lang="en-US" altLang="zh-CN">
                <a:ea typeface="黑体" panose="02010609060101010101" pitchFamily="49" charset="-122"/>
              </a:rPr>
              <a:t>,</a:t>
            </a:r>
            <a:r>
              <a:rPr lang="en-US" altLang="zh-CN" i="1">
                <a:ea typeface="黑体" panose="02010609060101010101" pitchFamily="49" charset="-122"/>
              </a:rPr>
              <a:t>Y</a:t>
            </a:r>
            <a:r>
              <a:rPr lang="en-US" altLang="zh-CN">
                <a:ea typeface="黑体" panose="02010609060101010101" pitchFamily="49" charset="-122"/>
              </a:rPr>
              <a:t>)</a:t>
            </a:r>
            <a:r>
              <a:rPr lang="zh-CN" altLang="en-US">
                <a:ea typeface="黑体" panose="02010609060101010101" pitchFamily="49" charset="-122"/>
              </a:rPr>
              <a:t>的概率密度是</a:t>
            </a:r>
            <a:endParaRPr lang="zh-CN" altLang="en-US">
              <a:ea typeface="黑体" panose="02010609060101010101" pitchFamily="49" charset="-122"/>
            </a:endParaRPr>
          </a:p>
        </p:txBody>
      </p:sp>
      <p:graphicFrame>
        <p:nvGraphicFramePr>
          <p:cNvPr id="316419" name="Object 3"/>
          <p:cNvGraphicFramePr>
            <a:graphicFrameLocks noChangeAspect="1"/>
          </p:cNvGraphicFramePr>
          <p:nvPr/>
        </p:nvGraphicFramePr>
        <p:xfrm>
          <a:off x="1187450" y="908050"/>
          <a:ext cx="62484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1" name="Equation" r:id="rId1" imgW="2552700" imgH="384810" progId="Equation.DSMT4">
                  <p:embed/>
                </p:oleObj>
              </mc:Choice>
              <mc:Fallback>
                <p:oleObj name="Equation" r:id="rId1" imgW="2552700" imgH="38481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908050"/>
                        <a:ext cx="62484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0" name="Text Box 4"/>
          <p:cNvSpPr txBox="1">
            <a:spLocks noChangeArrowheads="1"/>
          </p:cNvSpPr>
          <p:nvPr/>
        </p:nvSpPr>
        <p:spPr bwMode="auto">
          <a:xfrm>
            <a:off x="350838" y="198913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2800" b="1"/>
              <a:t>求 </a:t>
            </a:r>
            <a:r>
              <a:rPr lang="en-US" altLang="zh-CN" sz="2800" b="1"/>
              <a:t>(1) </a:t>
            </a:r>
            <a:r>
              <a:rPr lang="en-US" altLang="zh-CN" sz="2800" b="1" i="1"/>
              <a:t>c</a:t>
            </a:r>
            <a:r>
              <a:rPr lang="zh-CN" altLang="en-US" sz="2800" b="1"/>
              <a:t>的值； （</a:t>
            </a:r>
            <a:r>
              <a:rPr lang="en-US" altLang="zh-CN" sz="2800" b="1"/>
              <a:t>2</a:t>
            </a:r>
            <a:r>
              <a:rPr lang="zh-CN" altLang="en-US" sz="2800" b="1"/>
              <a:t>）两个边缘密度。</a:t>
            </a:r>
            <a:endParaRPr lang="zh-CN" altLang="en-US" sz="2800" b="1"/>
          </a:p>
        </p:txBody>
      </p:sp>
      <p:sp>
        <p:nvSpPr>
          <p:cNvPr id="316421" name="Text Box 5"/>
          <p:cNvSpPr txBox="1">
            <a:spLocks noChangeArrowheads="1"/>
          </p:cNvSpPr>
          <p:nvPr/>
        </p:nvSpPr>
        <p:spPr bwMode="auto">
          <a:xfrm>
            <a:off x="2360613" y="5313363"/>
            <a:ext cx="2133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chemeClr val="accent2"/>
                </a:solidFill>
              </a:rPr>
              <a:t>= 5</a:t>
            </a:r>
            <a:r>
              <a:rPr lang="en-US" altLang="zh-CN" sz="3200" b="1" i="1">
                <a:solidFill>
                  <a:schemeClr val="accent2"/>
                </a:solidFill>
              </a:rPr>
              <a:t>c</a:t>
            </a:r>
            <a:r>
              <a:rPr lang="en-US" altLang="zh-CN" sz="3200" b="1">
                <a:solidFill>
                  <a:schemeClr val="accent2"/>
                </a:solidFill>
              </a:rPr>
              <a:t>/24 ,</a:t>
            </a:r>
            <a:endParaRPr lang="en-US" altLang="zh-CN">
              <a:solidFill>
                <a:schemeClr val="accent2"/>
              </a:solidFill>
            </a:endParaRPr>
          </a:p>
        </p:txBody>
      </p:sp>
      <p:sp>
        <p:nvSpPr>
          <p:cNvPr id="316422" name="Text Box 6"/>
          <p:cNvSpPr txBox="1">
            <a:spLocks noChangeArrowheads="1"/>
          </p:cNvSpPr>
          <p:nvPr/>
        </p:nvSpPr>
        <p:spPr bwMode="auto">
          <a:xfrm>
            <a:off x="5105400" y="5562600"/>
            <a:ext cx="16652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c </a:t>
            </a:r>
            <a:r>
              <a:rPr lang="en-US" altLang="zh-CN" sz="3200" b="1"/>
              <a:t>=24/5.</a:t>
            </a:r>
            <a:endParaRPr lang="en-US" altLang="zh-CN" sz="3200" b="1"/>
          </a:p>
        </p:txBody>
      </p:sp>
      <p:graphicFrame>
        <p:nvGraphicFramePr>
          <p:cNvPr id="316423" name="Object 7"/>
          <p:cNvGraphicFramePr>
            <a:graphicFrameLocks noChangeAspect="1"/>
          </p:cNvGraphicFramePr>
          <p:nvPr/>
        </p:nvGraphicFramePr>
        <p:xfrm>
          <a:off x="2554288" y="3573463"/>
          <a:ext cx="33131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2" name="Equation" r:id="rId3" imgW="2971800" imgH="625475" progId="Equation.DSMT4">
                  <p:embed/>
                </p:oleObj>
              </mc:Choice>
              <mc:Fallback>
                <p:oleObj name="Equation" r:id="rId3" imgW="2971800" imgH="62547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573463"/>
                        <a:ext cx="3313112" cy="792162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4" name="Text Box 8"/>
          <p:cNvSpPr txBox="1">
            <a:spLocks noChangeArrowheads="1"/>
          </p:cNvSpPr>
          <p:nvPr/>
        </p:nvSpPr>
        <p:spPr bwMode="auto">
          <a:xfrm>
            <a:off x="1187450" y="2708275"/>
            <a:ext cx="13160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解  </a:t>
            </a:r>
            <a:r>
              <a:rPr lang="en-US" altLang="zh-CN" sz="2800" b="1">
                <a:solidFill>
                  <a:schemeClr val="accent2"/>
                </a:solidFill>
              </a:rPr>
              <a:t>(1)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16425" name="Object 9"/>
          <p:cNvGraphicFramePr>
            <a:graphicFrameLocks noChangeAspect="1"/>
          </p:cNvGraphicFramePr>
          <p:nvPr/>
        </p:nvGraphicFramePr>
        <p:xfrm>
          <a:off x="2732088" y="2698750"/>
          <a:ext cx="2806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53" name="Equation" r:id="rId5" imgW="2733675" imgH="770255" progId="Equation.DSMT4">
                  <p:embed/>
                </p:oleObj>
              </mc:Choice>
              <mc:Fallback>
                <p:oleObj name="Equation" r:id="rId5" imgW="2733675" imgH="77025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2088" y="2698750"/>
                        <a:ext cx="2806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6426" name="Rectangle 10"/>
          <p:cNvSpPr>
            <a:spLocks noChangeArrowheads="1"/>
          </p:cNvSpPr>
          <p:nvPr/>
        </p:nvSpPr>
        <p:spPr bwMode="auto">
          <a:xfrm>
            <a:off x="4114800" y="55626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accent2"/>
                </a:solidFill>
              </a:rPr>
              <a:t>故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grpSp>
        <p:nvGrpSpPr>
          <p:cNvPr id="316427" name="Group 11"/>
          <p:cNvGrpSpPr/>
          <p:nvPr/>
        </p:nvGrpSpPr>
        <p:grpSpPr bwMode="auto">
          <a:xfrm>
            <a:off x="6208713" y="2435225"/>
            <a:ext cx="2173287" cy="2039938"/>
            <a:chOff x="3989" y="1706"/>
            <a:chExt cx="1369" cy="1285"/>
          </a:xfrm>
        </p:grpSpPr>
        <p:sp>
          <p:nvSpPr>
            <p:cNvPr id="33812" name="Line 12"/>
            <p:cNvSpPr>
              <a:spLocks noChangeShapeType="1"/>
            </p:cNvSpPr>
            <p:nvPr/>
          </p:nvSpPr>
          <p:spPr bwMode="auto">
            <a:xfrm>
              <a:off x="3989" y="2703"/>
              <a:ext cx="117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3" name="Line 13"/>
            <p:cNvSpPr>
              <a:spLocks noChangeShapeType="1"/>
            </p:cNvSpPr>
            <p:nvPr/>
          </p:nvSpPr>
          <p:spPr bwMode="auto">
            <a:xfrm flipH="1" flipV="1">
              <a:off x="4212" y="1933"/>
              <a:ext cx="3" cy="10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14" name="Line 14"/>
            <p:cNvSpPr>
              <a:spLocks noChangeShapeType="1"/>
            </p:cNvSpPr>
            <p:nvPr/>
          </p:nvSpPr>
          <p:spPr bwMode="auto">
            <a:xfrm flipV="1">
              <a:off x="4195" y="2024"/>
              <a:ext cx="681" cy="6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5" name="Object 15"/>
            <p:cNvGraphicFramePr>
              <a:graphicFrameLocks noChangeAspect="1"/>
            </p:cNvGraphicFramePr>
            <p:nvPr/>
          </p:nvGraphicFramePr>
          <p:xfrm>
            <a:off x="4830" y="1797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4" name="Equation" r:id="rId7" imgW="762000" imgH="240665" progId="Equation.DSMT4">
                    <p:embed/>
                  </p:oleObj>
                </mc:Choice>
                <mc:Fallback>
                  <p:oleObj name="Equation" r:id="rId7" imgW="762000" imgH="24066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1797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6" name="Object 16"/>
            <p:cNvGraphicFramePr>
              <a:graphicFrameLocks noChangeAspect="1"/>
            </p:cNvGraphicFramePr>
            <p:nvPr/>
          </p:nvGraphicFramePr>
          <p:xfrm>
            <a:off x="5169" y="2643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5" name="Equation" r:id="rId9" imgW="180975" imgH="163830" progId="Equation.DSMT4">
                    <p:embed/>
                  </p:oleObj>
                </mc:Choice>
                <mc:Fallback>
                  <p:oleObj name="Equation" r:id="rId9" imgW="180975" imgH="16383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9" y="2643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7" name="Object 17"/>
            <p:cNvGraphicFramePr>
              <a:graphicFrameLocks noChangeAspect="1"/>
            </p:cNvGraphicFramePr>
            <p:nvPr/>
          </p:nvGraphicFramePr>
          <p:xfrm>
            <a:off x="4121" y="170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6" name="Equation" r:id="rId11" imgW="180975" imgH="240665" progId="Equation.DSMT4">
                    <p:embed/>
                  </p:oleObj>
                </mc:Choice>
                <mc:Fallback>
                  <p:oleObj name="Equation" r:id="rId11" imgW="180975" imgH="24066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1" y="170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8" name="AutoShape 18"/>
            <p:cNvSpPr>
              <a:spLocks noChangeArrowheads="1"/>
            </p:cNvSpPr>
            <p:nvPr/>
          </p:nvSpPr>
          <p:spPr bwMode="auto">
            <a:xfrm rot="-5400000">
              <a:off x="4195" y="2159"/>
              <a:ext cx="544" cy="544"/>
            </a:xfrm>
            <a:prstGeom prst="rtTriangle">
              <a:avLst/>
            </a:prstGeom>
            <a:solidFill>
              <a:srgbClr val="FF6600">
                <a:alpha val="32941"/>
              </a:srgbClr>
            </a:solidFill>
            <a:ln w="2857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3819" name="Object 19"/>
            <p:cNvGraphicFramePr>
              <a:graphicFrameLocks noChangeAspect="1"/>
            </p:cNvGraphicFramePr>
            <p:nvPr/>
          </p:nvGraphicFramePr>
          <p:xfrm>
            <a:off x="4059" y="2704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7" name="Equation" r:id="rId13" imgW="123825" imgH="240665" progId="Equation.DSMT4">
                    <p:embed/>
                  </p:oleObj>
                </mc:Choice>
                <mc:Fallback>
                  <p:oleObj name="Equation" r:id="rId13" imgW="123825" imgH="24066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704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0" name="Object 20"/>
            <p:cNvGraphicFramePr>
              <a:graphicFrameLocks noChangeAspect="1"/>
            </p:cNvGraphicFramePr>
            <p:nvPr/>
          </p:nvGraphicFramePr>
          <p:xfrm>
            <a:off x="4764" y="2704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8" name="Equation" r:id="rId15" imgW="104775" imgH="231140" progId="Equation.DSMT4">
                    <p:embed/>
                  </p:oleObj>
                </mc:Choice>
                <mc:Fallback>
                  <p:oleObj name="Equation" r:id="rId15" imgW="104775" imgH="23114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4" y="2704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6437" name="Group 21"/>
          <p:cNvGrpSpPr/>
          <p:nvPr/>
        </p:nvGrpSpPr>
        <p:grpSpPr bwMode="auto">
          <a:xfrm>
            <a:off x="6969125" y="3948113"/>
            <a:ext cx="287338" cy="360362"/>
            <a:chOff x="4468" y="3929"/>
            <a:chExt cx="181" cy="227"/>
          </a:xfrm>
        </p:grpSpPr>
        <p:sp>
          <p:nvSpPr>
            <p:cNvPr id="33810" name="Oval 22"/>
            <p:cNvSpPr>
              <a:spLocks noChangeArrowheads="1"/>
            </p:cNvSpPr>
            <p:nvPr/>
          </p:nvSpPr>
          <p:spPr bwMode="auto">
            <a:xfrm>
              <a:off x="4468" y="3929"/>
              <a:ext cx="45" cy="45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3811" name="Object 23"/>
            <p:cNvGraphicFramePr>
              <a:graphicFrameLocks noChangeAspect="1"/>
            </p:cNvGraphicFramePr>
            <p:nvPr/>
          </p:nvGraphicFramePr>
          <p:xfrm>
            <a:off x="4489" y="400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9" name="Equation" r:id="rId17" imgW="180975" imgH="163830" progId="Equation.DSMT4">
                    <p:embed/>
                  </p:oleObj>
                </mc:Choice>
                <mc:Fallback>
                  <p:oleObj name="Equation" r:id="rId17" imgW="180975" imgH="16383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9" y="400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6440" name="Line 24"/>
          <p:cNvSpPr>
            <a:spLocks noChangeShapeType="1"/>
          </p:cNvSpPr>
          <p:nvPr/>
        </p:nvSpPr>
        <p:spPr bwMode="auto">
          <a:xfrm>
            <a:off x="6969125" y="3587750"/>
            <a:ext cx="0" cy="4318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6441" name="Group 25"/>
          <p:cNvGrpSpPr/>
          <p:nvPr/>
        </p:nvGrpSpPr>
        <p:grpSpPr bwMode="auto">
          <a:xfrm>
            <a:off x="6969125" y="2795588"/>
            <a:ext cx="71438" cy="1728787"/>
            <a:chOff x="4468" y="3158"/>
            <a:chExt cx="45" cy="1089"/>
          </a:xfrm>
        </p:grpSpPr>
        <p:sp>
          <p:nvSpPr>
            <p:cNvPr id="33808" name="Line 26"/>
            <p:cNvSpPr>
              <a:spLocks noChangeShapeType="1"/>
            </p:cNvSpPr>
            <p:nvPr/>
          </p:nvSpPr>
          <p:spPr bwMode="auto">
            <a:xfrm>
              <a:off x="4468" y="3158"/>
              <a:ext cx="16" cy="1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9" name="Oval 27"/>
            <p:cNvSpPr>
              <a:spLocks noChangeArrowheads="1"/>
            </p:cNvSpPr>
            <p:nvPr/>
          </p:nvSpPr>
          <p:spPr bwMode="auto">
            <a:xfrm>
              <a:off x="4468" y="3612"/>
              <a:ext cx="45" cy="45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16444" name="Object 28"/>
          <p:cNvGraphicFramePr>
            <a:graphicFrameLocks noChangeAspect="1"/>
          </p:cNvGraphicFramePr>
          <p:nvPr/>
        </p:nvGraphicFramePr>
        <p:xfrm>
          <a:off x="2555875" y="4330700"/>
          <a:ext cx="3133725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60" name="Equation" r:id="rId19" imgW="2809875" imgH="770255" progId="Equation.DSMT4">
                  <p:embed/>
                </p:oleObj>
              </mc:Choice>
              <mc:Fallback>
                <p:oleObj name="Equation" r:id="rId19" imgW="2809875" imgH="770255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330700"/>
                        <a:ext cx="3133725" cy="1042988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6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16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6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16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6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1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6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16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6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8" grpId="0" autoUpdateAnimBg="0"/>
      <p:bldP spid="316420" grpId="0" bldLvl="0" animBg="1" autoUpdateAnimBg="0"/>
      <p:bldP spid="316421" grpId="0" bldLvl="0" animBg="1" autoUpdateAnimBg="0"/>
      <p:bldP spid="316422" grpId="0" bldLvl="0" animBg="1" autoUpdateAnimBg="0"/>
      <p:bldP spid="316424" grpId="0" bldLvl="0" animBg="1" autoUpdateAnimBg="0"/>
      <p:bldP spid="316426" grpId="0" bldLvl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1219200" y="152400"/>
            <a:ext cx="5399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</a:t>
            </a:r>
            <a:r>
              <a:rPr lang="en-US" altLang="zh-CN" sz="2800" b="1"/>
              <a:t>2   </a:t>
            </a:r>
            <a:r>
              <a:rPr lang="zh-CN" altLang="en-US" sz="2800" b="1"/>
              <a:t>设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的概率密度是</a:t>
            </a:r>
            <a:endParaRPr lang="zh-CN" altLang="en-US" sz="2800" b="1"/>
          </a:p>
        </p:txBody>
      </p:sp>
      <p:sp>
        <p:nvSpPr>
          <p:cNvPr id="317443" name="Text Box 3"/>
          <p:cNvSpPr txBox="1">
            <a:spLocks noChangeArrowheads="1"/>
          </p:cNvSpPr>
          <p:nvPr/>
        </p:nvSpPr>
        <p:spPr bwMode="auto">
          <a:xfrm>
            <a:off x="1001713" y="2514600"/>
            <a:ext cx="608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解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355600" y="1874838"/>
            <a:ext cx="5830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solidFill>
                  <a:schemeClr val="accent2"/>
                </a:solidFill>
              </a:rPr>
              <a:t>求   </a:t>
            </a:r>
            <a:r>
              <a:rPr lang="en-US" altLang="zh-CN" sz="2800" b="1">
                <a:solidFill>
                  <a:schemeClr val="accent2"/>
                </a:solidFill>
              </a:rPr>
              <a:t>(1)</a:t>
            </a:r>
            <a:r>
              <a:rPr lang="zh-CN" altLang="zh-CN" sz="2800" b="1">
                <a:solidFill>
                  <a:schemeClr val="accent2"/>
                </a:solidFill>
              </a:rPr>
              <a:t> </a:t>
            </a:r>
            <a:r>
              <a:rPr lang="en-US" altLang="zh-CN" sz="2800" b="1" i="1">
                <a:solidFill>
                  <a:schemeClr val="accent2"/>
                </a:solidFill>
              </a:rPr>
              <a:t>c </a:t>
            </a:r>
            <a:r>
              <a:rPr lang="zh-CN" altLang="zh-CN" sz="2800" b="1">
                <a:solidFill>
                  <a:schemeClr val="accent2"/>
                </a:solidFill>
              </a:rPr>
              <a:t>的值; (2)  </a:t>
            </a:r>
            <a:r>
              <a:rPr lang="zh-CN" altLang="en-US" sz="2800" b="1">
                <a:solidFill>
                  <a:schemeClr val="accent2"/>
                </a:solidFill>
              </a:rPr>
              <a:t>两个边缘密度 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468313" y="765175"/>
          <a:ext cx="630872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5" name="公式" r:id="rId1" imgW="2505075" imgH="384810" progId="Equation.3">
                  <p:embed/>
                </p:oleObj>
              </mc:Choice>
              <mc:Fallback>
                <p:oleObj name="公式" r:id="rId1" imgW="2505075" imgH="3848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65175"/>
                        <a:ext cx="630872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6" name="Object 6"/>
          <p:cNvGraphicFramePr>
            <a:graphicFrameLocks noChangeAspect="1"/>
          </p:cNvGraphicFramePr>
          <p:nvPr/>
        </p:nvGraphicFramePr>
        <p:xfrm>
          <a:off x="2411413" y="2420938"/>
          <a:ext cx="299878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6" name="公式" r:id="rId3" imgW="3114675" imgH="683260" progId="Equation.3">
                  <p:embed/>
                </p:oleObj>
              </mc:Choice>
              <mc:Fallback>
                <p:oleObj name="公式" r:id="rId3" imgW="3114675" imgH="6832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420938"/>
                        <a:ext cx="2998787" cy="749300"/>
                      </a:xfrm>
                      <a:prstGeom prst="rect">
                        <a:avLst/>
                      </a:prstGeom>
                      <a:solidFill>
                        <a:srgbClr val="00008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47" name="Object 7"/>
          <p:cNvGraphicFramePr>
            <a:graphicFrameLocks noChangeAspect="1"/>
          </p:cNvGraphicFramePr>
          <p:nvPr/>
        </p:nvGraphicFramePr>
        <p:xfrm>
          <a:off x="755650" y="4797425"/>
          <a:ext cx="5554663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7" name="Equation" r:id="rId5" imgW="5829300" imgH="1491615" progId="Equation.DSMT4">
                  <p:embed/>
                </p:oleObj>
              </mc:Choice>
              <mc:Fallback>
                <p:oleObj name="Equation" r:id="rId5" imgW="5829300" imgH="149161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5554663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48" name="Rectangle 8"/>
          <p:cNvSpPr>
            <a:spLocks noChangeArrowheads="1"/>
          </p:cNvSpPr>
          <p:nvPr/>
        </p:nvSpPr>
        <p:spPr bwMode="auto">
          <a:xfrm>
            <a:off x="1712913" y="2454275"/>
            <a:ext cx="657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(2)</a:t>
            </a:r>
            <a:endParaRPr lang="en-US" altLang="zh-CN" sz="3200" b="1"/>
          </a:p>
        </p:txBody>
      </p:sp>
      <p:grpSp>
        <p:nvGrpSpPr>
          <p:cNvPr id="317489" name="Group 49"/>
          <p:cNvGrpSpPr/>
          <p:nvPr/>
        </p:nvGrpSpPr>
        <p:grpSpPr bwMode="auto">
          <a:xfrm>
            <a:off x="5940425" y="3141663"/>
            <a:ext cx="2854325" cy="2089150"/>
            <a:chOff x="3742" y="1979"/>
            <a:chExt cx="1798" cy="1316"/>
          </a:xfrm>
        </p:grpSpPr>
        <p:grpSp>
          <p:nvGrpSpPr>
            <p:cNvPr id="34833" name="Group 12"/>
            <p:cNvGrpSpPr/>
            <p:nvPr/>
          </p:nvGrpSpPr>
          <p:grpSpPr bwMode="auto">
            <a:xfrm>
              <a:off x="3742" y="1979"/>
              <a:ext cx="1793" cy="1285"/>
              <a:chOff x="3651" y="2023"/>
              <a:chExt cx="1793" cy="1285"/>
            </a:xfrm>
          </p:grpSpPr>
          <p:sp>
            <p:nvSpPr>
              <p:cNvPr id="34847" name="Line 13"/>
              <p:cNvSpPr>
                <a:spLocks noChangeShapeType="1"/>
              </p:cNvSpPr>
              <p:nvPr/>
            </p:nvSpPr>
            <p:spPr bwMode="auto">
              <a:xfrm flipV="1">
                <a:off x="3651" y="3022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48" name="Line 14"/>
              <p:cNvSpPr>
                <a:spLocks noChangeShapeType="1"/>
              </p:cNvSpPr>
              <p:nvPr/>
            </p:nvSpPr>
            <p:spPr bwMode="auto">
              <a:xfrm flipH="1" flipV="1">
                <a:off x="4212" y="2250"/>
                <a:ext cx="3" cy="10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4849" name="Object 15"/>
              <p:cNvGraphicFramePr>
                <a:graphicFrameLocks noChangeAspect="1"/>
              </p:cNvGraphicFramePr>
              <p:nvPr/>
            </p:nvGraphicFramePr>
            <p:xfrm>
              <a:off x="5284" y="2960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08" name="Equation" r:id="rId7" imgW="180975" imgH="163830" progId="Equation.DSMT4">
                      <p:embed/>
                    </p:oleObj>
                  </mc:Choice>
                  <mc:Fallback>
                    <p:oleObj name="Equation" r:id="rId7" imgW="180975" imgH="163830" progId="Equation.DSMT4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4" y="2960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50" name="Object 16"/>
              <p:cNvGraphicFramePr>
                <a:graphicFrameLocks noChangeAspect="1"/>
              </p:cNvGraphicFramePr>
              <p:nvPr/>
            </p:nvGraphicFramePr>
            <p:xfrm>
              <a:off x="4121" y="2023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09" name="Equation" r:id="rId9" imgW="180975" imgH="240665" progId="Equation.DSMT4">
                      <p:embed/>
                    </p:oleObj>
                  </mc:Choice>
                  <mc:Fallback>
                    <p:oleObj name="Equation" r:id="rId9" imgW="180975" imgH="240665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1" y="2023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51" name="Object 17"/>
              <p:cNvGraphicFramePr>
                <a:graphicFrameLocks noChangeAspect="1"/>
              </p:cNvGraphicFramePr>
              <p:nvPr/>
            </p:nvGraphicFramePr>
            <p:xfrm>
              <a:off x="4059" y="3022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10" name="Equation" r:id="rId11" imgW="123825" imgH="240665" progId="Equation.DSMT4">
                      <p:embed/>
                    </p:oleObj>
                  </mc:Choice>
                  <mc:Fallback>
                    <p:oleObj name="Equation" r:id="rId11" imgW="123825" imgH="240665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3022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4834" name="Group 48"/>
            <p:cNvGrpSpPr/>
            <p:nvPr/>
          </p:nvGrpSpPr>
          <p:grpSpPr bwMode="auto">
            <a:xfrm>
              <a:off x="4286" y="2024"/>
              <a:ext cx="1254" cy="1271"/>
              <a:chOff x="4288" y="2002"/>
              <a:chExt cx="1254" cy="1271"/>
            </a:xfrm>
          </p:grpSpPr>
          <p:grpSp>
            <p:nvGrpSpPr>
              <p:cNvPr id="34835" name="Group 18"/>
              <p:cNvGrpSpPr/>
              <p:nvPr/>
            </p:nvGrpSpPr>
            <p:grpSpPr bwMode="auto">
              <a:xfrm>
                <a:off x="4288" y="2002"/>
                <a:ext cx="1254" cy="1145"/>
                <a:chOff x="4195" y="2069"/>
                <a:chExt cx="1254" cy="1145"/>
              </a:xfrm>
            </p:grpSpPr>
            <p:sp>
              <p:nvSpPr>
                <p:cNvPr id="34843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4241" y="2296"/>
                  <a:ext cx="681" cy="680"/>
                </a:xfrm>
                <a:prstGeom prst="line">
                  <a:avLst/>
                </a:prstGeom>
                <a:noFill/>
                <a:ln w="28575">
                  <a:solidFill>
                    <a:srgbClr val="00FF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34844" name="Object 20"/>
                <p:cNvGraphicFramePr>
                  <a:graphicFrameLocks noChangeAspect="1"/>
                </p:cNvGraphicFramePr>
                <p:nvPr/>
              </p:nvGraphicFramePr>
              <p:xfrm>
                <a:off x="4921" y="2069"/>
                <a:ext cx="528" cy="2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11" name="Equation" r:id="rId13" imgW="762000" imgH="240665" progId="Equation.DSMT4">
                        <p:embed/>
                      </p:oleObj>
                    </mc:Choice>
                    <mc:Fallback>
                      <p:oleObj name="Equation" r:id="rId13" imgW="762000" imgH="240665" progId="Equation.DSMT4">
                        <p:embed/>
                        <p:pic>
                          <p:nvPicPr>
                            <p:cNvPr id="0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21" y="2069"/>
                              <a:ext cx="528" cy="2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4845" name="AutoShape 21"/>
                <p:cNvSpPr>
                  <a:spLocks noChangeArrowheads="1"/>
                </p:cNvSpPr>
                <p:nvPr/>
              </p:nvSpPr>
              <p:spPr bwMode="auto">
                <a:xfrm rot="-5400000">
                  <a:off x="4195" y="2478"/>
                  <a:ext cx="544" cy="544"/>
                </a:xfrm>
                <a:prstGeom prst="rtTriangle">
                  <a:avLst/>
                </a:prstGeom>
                <a:solidFill>
                  <a:srgbClr val="FF6600">
                    <a:alpha val="32941"/>
                  </a:srgbClr>
                </a:solidFill>
                <a:ln w="2857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aphicFrame>
              <p:nvGraphicFramePr>
                <p:cNvPr id="34846" name="Object 22"/>
                <p:cNvGraphicFramePr>
                  <a:graphicFrameLocks noChangeAspect="1"/>
                </p:cNvGraphicFramePr>
                <p:nvPr/>
              </p:nvGraphicFramePr>
              <p:xfrm>
                <a:off x="4740" y="3022"/>
                <a:ext cx="112" cy="19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12" name="Equation" r:id="rId15" imgW="104775" imgH="231140" progId="Equation.DSMT4">
                        <p:embed/>
                      </p:oleObj>
                    </mc:Choice>
                    <mc:Fallback>
                      <p:oleObj name="Equation" r:id="rId15" imgW="104775" imgH="231140" progId="Equation.DSMT4">
                        <p:embed/>
                        <p:pic>
                          <p:nvPicPr>
                            <p:cNvPr id="0" name="Object 2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40" y="3022"/>
                              <a:ext cx="112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4836" name="Group 23"/>
              <p:cNvGrpSpPr/>
              <p:nvPr/>
            </p:nvGrpSpPr>
            <p:grpSpPr bwMode="auto">
              <a:xfrm>
                <a:off x="4558" y="2931"/>
                <a:ext cx="181" cy="227"/>
                <a:chOff x="4468" y="2659"/>
                <a:chExt cx="181" cy="227"/>
              </a:xfrm>
            </p:grpSpPr>
            <p:sp>
              <p:nvSpPr>
                <p:cNvPr id="34841" name="Oval 24"/>
                <p:cNvSpPr>
                  <a:spLocks noChangeArrowheads="1"/>
                </p:cNvSpPr>
                <p:nvPr/>
              </p:nvSpPr>
              <p:spPr bwMode="auto">
                <a:xfrm>
                  <a:off x="4468" y="2659"/>
                  <a:ext cx="45" cy="45"/>
                </a:xfrm>
                <a:prstGeom prst="ellipse">
                  <a:avLst/>
                </a:prstGeom>
                <a:solidFill>
                  <a:srgbClr val="FF00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graphicFrame>
              <p:nvGraphicFramePr>
                <p:cNvPr id="34842" name="Object 25"/>
                <p:cNvGraphicFramePr>
                  <a:graphicFrameLocks noChangeAspect="1"/>
                </p:cNvGraphicFramePr>
                <p:nvPr/>
              </p:nvGraphicFramePr>
              <p:xfrm>
                <a:off x="4489" y="2734"/>
                <a:ext cx="160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5113" name="Equation" r:id="rId17" imgW="180975" imgH="163830" progId="Equation.DSMT4">
                        <p:embed/>
                      </p:oleObj>
                    </mc:Choice>
                    <mc:Fallback>
                      <p:oleObj name="Equation" r:id="rId17" imgW="180975" imgH="163830" progId="Equation.DSMT4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489" y="2734"/>
                              <a:ext cx="160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34837" name="Group 26"/>
              <p:cNvGrpSpPr/>
              <p:nvPr/>
            </p:nvGrpSpPr>
            <p:grpSpPr bwMode="auto">
              <a:xfrm>
                <a:off x="4561" y="2184"/>
                <a:ext cx="45" cy="1089"/>
                <a:chOff x="4468" y="2251"/>
                <a:chExt cx="45" cy="1089"/>
              </a:xfrm>
            </p:grpSpPr>
            <p:sp>
              <p:nvSpPr>
                <p:cNvPr id="34838" name="Line 27"/>
                <p:cNvSpPr>
                  <a:spLocks noChangeShapeType="1"/>
                </p:cNvSpPr>
                <p:nvPr/>
              </p:nvSpPr>
              <p:spPr bwMode="auto">
                <a:xfrm>
                  <a:off x="4468" y="2251"/>
                  <a:ext cx="16" cy="108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39" name="Line 28"/>
                <p:cNvSpPr>
                  <a:spLocks noChangeShapeType="1"/>
                </p:cNvSpPr>
                <p:nvPr/>
              </p:nvSpPr>
              <p:spPr bwMode="auto">
                <a:xfrm>
                  <a:off x="4484" y="2750"/>
                  <a:ext cx="0" cy="27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840" name="Oval 29"/>
                <p:cNvSpPr>
                  <a:spLocks noChangeArrowheads="1"/>
                </p:cNvSpPr>
                <p:nvPr/>
              </p:nvSpPr>
              <p:spPr bwMode="auto">
                <a:xfrm>
                  <a:off x="4468" y="2705"/>
                  <a:ext cx="45" cy="45"/>
                </a:xfrm>
                <a:prstGeom prst="ellipse">
                  <a:avLst/>
                </a:prstGeom>
                <a:solidFill>
                  <a:srgbClr val="FF00FF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</p:grpSp>
      </p:grpSp>
      <p:grpSp>
        <p:nvGrpSpPr>
          <p:cNvPr id="317479" name="Group 39"/>
          <p:cNvGrpSpPr/>
          <p:nvPr/>
        </p:nvGrpSpPr>
        <p:grpSpPr bwMode="auto">
          <a:xfrm>
            <a:off x="314325" y="3106738"/>
            <a:ext cx="5961063" cy="1122362"/>
            <a:chOff x="249" y="2042"/>
            <a:chExt cx="3755" cy="707"/>
          </a:xfrm>
        </p:grpSpPr>
        <p:graphicFrame>
          <p:nvGraphicFramePr>
            <p:cNvPr id="34831" name="Object 40"/>
            <p:cNvGraphicFramePr>
              <a:graphicFrameLocks noChangeAspect="1"/>
            </p:cNvGraphicFramePr>
            <p:nvPr/>
          </p:nvGraphicFramePr>
          <p:xfrm>
            <a:off x="249" y="2053"/>
            <a:ext cx="3755" cy="6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14" name="Equation" r:id="rId19" imgW="6257925" imgH="1039495" progId="Equation.DSMT4">
                    <p:embed/>
                  </p:oleObj>
                </mc:Choice>
                <mc:Fallback>
                  <p:oleObj name="Equation" r:id="rId19" imgW="6257925" imgH="1039495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" y="2053"/>
                          <a:ext cx="3755" cy="6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2" name="Text Box 41"/>
            <p:cNvSpPr txBox="1">
              <a:spLocks noChangeArrowheads="1"/>
            </p:cNvSpPr>
            <p:nvPr/>
          </p:nvSpPr>
          <p:spPr bwMode="auto">
            <a:xfrm>
              <a:off x="607" y="2042"/>
              <a:ext cx="176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                     时</a:t>
              </a:r>
              <a:endParaRPr lang="zh-CN" altLang="en-US" sz="2800" b="1"/>
            </a:p>
          </p:txBody>
        </p:sp>
      </p:grpSp>
      <p:grpSp>
        <p:nvGrpSpPr>
          <p:cNvPr id="317482" name="Group 42"/>
          <p:cNvGrpSpPr/>
          <p:nvPr/>
        </p:nvGrpSpPr>
        <p:grpSpPr bwMode="auto">
          <a:xfrm>
            <a:off x="1042988" y="4292600"/>
            <a:ext cx="2305050" cy="519113"/>
            <a:chOff x="612" y="2786"/>
            <a:chExt cx="1452" cy="327"/>
          </a:xfrm>
        </p:grpSpPr>
        <p:sp>
          <p:nvSpPr>
            <p:cNvPr id="34829" name="Text Box 43"/>
            <p:cNvSpPr txBox="1">
              <a:spLocks noChangeArrowheads="1"/>
            </p:cNvSpPr>
            <p:nvPr/>
          </p:nvSpPr>
          <p:spPr bwMode="auto">
            <a:xfrm>
              <a:off x="612" y="2786"/>
              <a:ext cx="1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              时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  <p:graphicFrame>
          <p:nvGraphicFramePr>
            <p:cNvPr id="34830" name="Object 44"/>
            <p:cNvGraphicFramePr>
              <a:graphicFrameLocks noChangeAspect="1"/>
            </p:cNvGraphicFramePr>
            <p:nvPr/>
          </p:nvGraphicFramePr>
          <p:xfrm>
            <a:off x="933" y="2840"/>
            <a:ext cx="7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15" name="Equation" r:id="rId21" imgW="1219200" imgH="240665" progId="Equation.DSMT4">
                    <p:embed/>
                  </p:oleObj>
                </mc:Choice>
                <mc:Fallback>
                  <p:oleObj name="Equation" r:id="rId21" imgW="1219200" imgH="240665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3" y="2840"/>
                          <a:ext cx="76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485" name="AutoShape 45"/>
          <p:cNvSpPr>
            <a:spLocks noChangeArrowheads="1"/>
          </p:cNvSpPr>
          <p:nvPr/>
        </p:nvSpPr>
        <p:spPr bwMode="auto">
          <a:xfrm>
            <a:off x="6248400" y="1524000"/>
            <a:ext cx="1849438" cy="644525"/>
          </a:xfrm>
          <a:prstGeom prst="wedgeRectCallout">
            <a:avLst>
              <a:gd name="adj1" fmla="val -134292"/>
              <a:gd name="adj2" fmla="val 156403"/>
            </a:avLst>
          </a:prstGeom>
          <a:solidFill>
            <a:srgbClr val="660033"/>
          </a:solidFill>
          <a:ln w="9525">
            <a:solidFill>
              <a:srgbClr val="FFFF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99"/>
                </a:solidFill>
              </a:rPr>
              <a:t>暂时固定</a:t>
            </a:r>
            <a:endParaRPr lang="zh-CN" altLang="en-US" sz="2800" b="1">
              <a:solidFill>
                <a:srgbClr val="FFFF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43" grpId="0" bldLvl="0" animBg="1" autoUpdateAnimBg="0"/>
      <p:bldP spid="317448" grpId="0" bldLvl="0" animBg="1" autoUpdateAnimBg="0"/>
      <p:bldP spid="317485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466" name="Object 2"/>
          <p:cNvGraphicFramePr>
            <a:graphicFrameLocks noChangeAspect="1"/>
          </p:cNvGraphicFramePr>
          <p:nvPr/>
        </p:nvGraphicFramePr>
        <p:xfrm>
          <a:off x="1979613" y="3213100"/>
          <a:ext cx="2547937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7" name="公式" r:id="rId1" imgW="885825" imgH="317500" progId="Equation.3">
                  <p:embed/>
                </p:oleObj>
              </mc:Choice>
              <mc:Fallback>
                <p:oleObj name="公式" r:id="rId1" imgW="885825" imgH="3175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213100"/>
                        <a:ext cx="2547937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7" name="AutoShape 3"/>
          <p:cNvSpPr>
            <a:spLocks noChangeArrowheads="1"/>
          </p:cNvSpPr>
          <p:nvPr/>
        </p:nvSpPr>
        <p:spPr bwMode="auto">
          <a:xfrm>
            <a:off x="6557963" y="4837113"/>
            <a:ext cx="2209800" cy="644525"/>
          </a:xfrm>
          <a:prstGeom prst="wedgeRectCallout">
            <a:avLst>
              <a:gd name="adj1" fmla="val -88505"/>
              <a:gd name="adj2" fmla="val 34236"/>
            </a:avLst>
          </a:prstGeom>
          <a:solidFill>
            <a:srgbClr val="660033"/>
          </a:solidFill>
          <a:ln w="9525">
            <a:solidFill>
              <a:srgbClr val="FFFF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99"/>
                </a:solidFill>
              </a:rPr>
              <a:t>注意取值范围</a:t>
            </a:r>
            <a:endParaRPr lang="zh-CN" altLang="en-US" sz="2800" b="1">
              <a:solidFill>
                <a:srgbClr val="FFFF99"/>
              </a:solidFill>
            </a:endParaRPr>
          </a:p>
        </p:txBody>
      </p:sp>
      <p:graphicFrame>
        <p:nvGraphicFramePr>
          <p:cNvPr id="318468" name="Object 4"/>
          <p:cNvGraphicFramePr>
            <a:graphicFrameLocks noChangeAspect="1"/>
          </p:cNvGraphicFramePr>
          <p:nvPr/>
        </p:nvGraphicFramePr>
        <p:xfrm>
          <a:off x="1908175" y="2420938"/>
          <a:ext cx="35274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8" name="公式" r:id="rId3" imgW="2543175" imgH="770255" progId="Equation.3">
                  <p:embed/>
                </p:oleObj>
              </mc:Choice>
              <mc:Fallback>
                <p:oleObj name="公式" r:id="rId3" imgW="2543175" imgH="77025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420938"/>
                        <a:ext cx="3527425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8469" name="Text Box 5"/>
          <p:cNvSpPr txBox="1">
            <a:spLocks noChangeArrowheads="1"/>
          </p:cNvSpPr>
          <p:nvPr/>
        </p:nvSpPr>
        <p:spPr bwMode="auto">
          <a:xfrm>
            <a:off x="703263" y="4025900"/>
            <a:ext cx="11509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综上 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18470" name="Object 6"/>
          <p:cNvGraphicFramePr>
            <a:graphicFrameLocks noChangeAspect="1"/>
          </p:cNvGraphicFramePr>
          <p:nvPr/>
        </p:nvGraphicFramePr>
        <p:xfrm>
          <a:off x="1277938" y="4473575"/>
          <a:ext cx="4699000" cy="139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99" name="公式" r:id="rId5" imgW="4619625" imgH="1337945" progId="Equation.3">
                  <p:embed/>
                </p:oleObj>
              </mc:Choice>
              <mc:Fallback>
                <p:oleObj name="公式" r:id="rId5" imgW="4619625" imgH="13379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7938" y="4473575"/>
                        <a:ext cx="4699000" cy="1397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8497" name="Object 33"/>
          <p:cNvGraphicFramePr>
            <a:graphicFrameLocks noChangeAspect="1"/>
          </p:cNvGraphicFramePr>
          <p:nvPr/>
        </p:nvGraphicFramePr>
        <p:xfrm>
          <a:off x="250825" y="765175"/>
          <a:ext cx="5554663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00" name="Equation" r:id="rId7" imgW="5829300" imgH="1491615" progId="Equation.DSMT4">
                  <p:embed/>
                </p:oleObj>
              </mc:Choice>
              <mc:Fallback>
                <p:oleObj name="Equation" r:id="rId7" imgW="5829300" imgH="1491615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765175"/>
                        <a:ext cx="5554663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8498" name="Group 34"/>
          <p:cNvGrpSpPr/>
          <p:nvPr/>
        </p:nvGrpSpPr>
        <p:grpSpPr bwMode="auto">
          <a:xfrm>
            <a:off x="990600" y="152400"/>
            <a:ext cx="2305050" cy="519113"/>
            <a:chOff x="612" y="2786"/>
            <a:chExt cx="1452" cy="327"/>
          </a:xfrm>
        </p:grpSpPr>
        <p:sp>
          <p:nvSpPr>
            <p:cNvPr id="35865" name="Text Box 35"/>
            <p:cNvSpPr txBox="1">
              <a:spLocks noChangeArrowheads="1"/>
            </p:cNvSpPr>
            <p:nvPr/>
          </p:nvSpPr>
          <p:spPr bwMode="auto">
            <a:xfrm>
              <a:off x="612" y="2786"/>
              <a:ext cx="14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              时</a:t>
              </a:r>
              <a:r>
                <a:rPr lang="en-US" altLang="zh-CN" sz="2800" b="1"/>
                <a:t>,</a:t>
              </a:r>
              <a:endParaRPr lang="en-US" altLang="zh-CN" sz="2800" b="1"/>
            </a:p>
          </p:txBody>
        </p:sp>
        <p:graphicFrame>
          <p:nvGraphicFramePr>
            <p:cNvPr id="35866" name="Object 36"/>
            <p:cNvGraphicFramePr>
              <a:graphicFrameLocks noChangeAspect="1"/>
            </p:cNvGraphicFramePr>
            <p:nvPr/>
          </p:nvGraphicFramePr>
          <p:xfrm>
            <a:off x="933" y="2840"/>
            <a:ext cx="76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01" name="Equation" r:id="rId9" imgW="1219200" imgH="240665" progId="Equation.DSMT4">
                    <p:embed/>
                  </p:oleObj>
                </mc:Choice>
                <mc:Fallback>
                  <p:oleObj name="Equation" r:id="rId9" imgW="1219200" imgH="240665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3" y="2840"/>
                          <a:ext cx="76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8516" name="Group 52"/>
          <p:cNvGrpSpPr/>
          <p:nvPr/>
        </p:nvGrpSpPr>
        <p:grpSpPr bwMode="auto">
          <a:xfrm>
            <a:off x="5940425" y="2276475"/>
            <a:ext cx="2852738" cy="2071688"/>
            <a:chOff x="3743" y="1416"/>
            <a:chExt cx="1797" cy="1305"/>
          </a:xfrm>
        </p:grpSpPr>
        <p:grpSp>
          <p:nvGrpSpPr>
            <p:cNvPr id="35850" name="Group 37"/>
            <p:cNvGrpSpPr/>
            <p:nvPr/>
          </p:nvGrpSpPr>
          <p:grpSpPr bwMode="auto">
            <a:xfrm>
              <a:off x="3743" y="1416"/>
              <a:ext cx="1793" cy="1285"/>
              <a:chOff x="3651" y="2023"/>
              <a:chExt cx="1793" cy="1285"/>
            </a:xfrm>
          </p:grpSpPr>
          <p:sp>
            <p:nvSpPr>
              <p:cNvPr id="35860" name="Line 38"/>
              <p:cNvSpPr>
                <a:spLocks noChangeShapeType="1"/>
              </p:cNvSpPr>
              <p:nvPr/>
            </p:nvSpPr>
            <p:spPr bwMode="auto">
              <a:xfrm flipV="1">
                <a:off x="3651" y="3022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861" name="Line 39"/>
              <p:cNvSpPr>
                <a:spLocks noChangeShapeType="1"/>
              </p:cNvSpPr>
              <p:nvPr/>
            </p:nvSpPr>
            <p:spPr bwMode="auto">
              <a:xfrm flipH="1" flipV="1">
                <a:off x="4212" y="2250"/>
                <a:ext cx="3" cy="10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862" name="Object 40"/>
              <p:cNvGraphicFramePr>
                <a:graphicFrameLocks noChangeAspect="1"/>
              </p:cNvGraphicFramePr>
              <p:nvPr/>
            </p:nvGraphicFramePr>
            <p:xfrm>
              <a:off x="5284" y="2960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02" name="Equation" r:id="rId11" imgW="180975" imgH="163830" progId="Equation.DSMT4">
                      <p:embed/>
                    </p:oleObj>
                  </mc:Choice>
                  <mc:Fallback>
                    <p:oleObj name="Equation" r:id="rId11" imgW="180975" imgH="163830" progId="Equation.DSMT4">
                      <p:embed/>
                      <p:pic>
                        <p:nvPicPr>
                          <p:cNvPr id="0" name="Object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4" y="2960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41"/>
              <p:cNvGraphicFramePr>
                <a:graphicFrameLocks noChangeAspect="1"/>
              </p:cNvGraphicFramePr>
              <p:nvPr/>
            </p:nvGraphicFramePr>
            <p:xfrm>
              <a:off x="4121" y="2023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03" name="Equation" r:id="rId13" imgW="180975" imgH="240665" progId="Equation.DSMT4">
                      <p:embed/>
                    </p:oleObj>
                  </mc:Choice>
                  <mc:Fallback>
                    <p:oleObj name="Equation" r:id="rId13" imgW="180975" imgH="240665" progId="Equation.DSMT4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21" y="2023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4" name="Object 42"/>
              <p:cNvGraphicFramePr>
                <a:graphicFrameLocks noChangeAspect="1"/>
              </p:cNvGraphicFramePr>
              <p:nvPr/>
            </p:nvGraphicFramePr>
            <p:xfrm>
              <a:off x="4059" y="3022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04" name="Equation" r:id="rId15" imgW="123825" imgH="240665" progId="Equation.DSMT4">
                      <p:embed/>
                    </p:oleObj>
                  </mc:Choice>
                  <mc:Fallback>
                    <p:oleObj name="Equation" r:id="rId15" imgW="123825" imgH="240665" progId="Equation.DSMT4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9" y="3022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51" name="Group 43"/>
            <p:cNvGrpSpPr/>
            <p:nvPr/>
          </p:nvGrpSpPr>
          <p:grpSpPr bwMode="auto">
            <a:xfrm>
              <a:off x="4286" y="1434"/>
              <a:ext cx="1254" cy="1145"/>
              <a:chOff x="4195" y="2069"/>
              <a:chExt cx="1254" cy="1145"/>
            </a:xfrm>
          </p:grpSpPr>
          <p:sp>
            <p:nvSpPr>
              <p:cNvPr id="35856" name="Line 44"/>
              <p:cNvSpPr>
                <a:spLocks noChangeShapeType="1"/>
              </p:cNvSpPr>
              <p:nvPr/>
            </p:nvSpPr>
            <p:spPr bwMode="auto">
              <a:xfrm flipV="1">
                <a:off x="4241" y="2296"/>
                <a:ext cx="681" cy="68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5857" name="Object 45"/>
              <p:cNvGraphicFramePr>
                <a:graphicFrameLocks noChangeAspect="1"/>
              </p:cNvGraphicFramePr>
              <p:nvPr/>
            </p:nvGraphicFramePr>
            <p:xfrm>
              <a:off x="4921" y="2069"/>
              <a:ext cx="5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05" name="Equation" r:id="rId17" imgW="762000" imgH="240665" progId="Equation.DSMT4">
                      <p:embed/>
                    </p:oleObj>
                  </mc:Choice>
                  <mc:Fallback>
                    <p:oleObj name="Equation" r:id="rId17" imgW="762000" imgH="240665" progId="Equation.DSMT4">
                      <p:embed/>
                      <p:pic>
                        <p:nvPicPr>
                          <p:cNvPr id="0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1" y="2069"/>
                            <a:ext cx="5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5858" name="AutoShape 46"/>
              <p:cNvSpPr>
                <a:spLocks noChangeArrowheads="1"/>
              </p:cNvSpPr>
              <p:nvPr/>
            </p:nvSpPr>
            <p:spPr bwMode="auto">
              <a:xfrm rot="-5400000">
                <a:off x="4195" y="2478"/>
                <a:ext cx="544" cy="544"/>
              </a:xfrm>
              <a:prstGeom prst="rtTriangle">
                <a:avLst/>
              </a:prstGeom>
              <a:solidFill>
                <a:srgbClr val="FF6600">
                  <a:alpha val="32941"/>
                </a:srgbClr>
              </a:solidFill>
              <a:ln w="2857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aphicFrame>
            <p:nvGraphicFramePr>
              <p:cNvPr id="35859" name="Object 47"/>
              <p:cNvGraphicFramePr>
                <a:graphicFrameLocks noChangeAspect="1"/>
              </p:cNvGraphicFramePr>
              <p:nvPr/>
            </p:nvGraphicFramePr>
            <p:xfrm>
              <a:off x="4740" y="3022"/>
              <a:ext cx="11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06" name="Equation" r:id="rId19" imgW="104775" imgH="231140" progId="Equation.DSMT4">
                      <p:embed/>
                    </p:oleObj>
                  </mc:Choice>
                  <mc:Fallback>
                    <p:oleObj name="Equation" r:id="rId19" imgW="104775" imgH="231140" progId="Equation.DSMT4">
                      <p:embed/>
                      <p:pic>
                        <p:nvPicPr>
                          <p:cNvPr id="0" name="Object 4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3022"/>
                            <a:ext cx="11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35852" name="Group 48"/>
            <p:cNvGrpSpPr/>
            <p:nvPr/>
          </p:nvGrpSpPr>
          <p:grpSpPr bwMode="auto">
            <a:xfrm>
              <a:off x="4560" y="1632"/>
              <a:ext cx="45" cy="1089"/>
              <a:chOff x="4468" y="2251"/>
              <a:chExt cx="45" cy="1089"/>
            </a:xfrm>
          </p:grpSpPr>
          <p:sp>
            <p:nvSpPr>
              <p:cNvPr id="35853" name="Line 49"/>
              <p:cNvSpPr>
                <a:spLocks noChangeShapeType="1"/>
              </p:cNvSpPr>
              <p:nvPr/>
            </p:nvSpPr>
            <p:spPr bwMode="auto">
              <a:xfrm>
                <a:off x="4468" y="2251"/>
                <a:ext cx="16" cy="10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4" name="Line 50"/>
              <p:cNvSpPr>
                <a:spLocks noChangeShapeType="1"/>
              </p:cNvSpPr>
              <p:nvPr/>
            </p:nvSpPr>
            <p:spPr bwMode="auto">
              <a:xfrm>
                <a:off x="4484" y="2750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55" name="Oval 51"/>
              <p:cNvSpPr>
                <a:spLocks noChangeArrowheads="1"/>
              </p:cNvSpPr>
              <p:nvPr/>
            </p:nvSpPr>
            <p:spPr bwMode="auto">
              <a:xfrm>
                <a:off x="4468" y="2705"/>
                <a:ext cx="45" cy="45"/>
              </a:xfrm>
              <a:prstGeom prst="ellipse">
                <a:avLst/>
              </a:prstGeom>
              <a:solidFill>
                <a:srgbClr val="FF00FF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1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3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8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bldLvl="0" animBg="1" autoUpdateAnimBg="0"/>
      <p:bldP spid="318469" grpId="0" bldLvl="0" animBg="1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1219200" y="152400"/>
            <a:ext cx="5399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例</a:t>
            </a:r>
            <a:r>
              <a:rPr lang="en-US" altLang="zh-CN" sz="2800" b="1"/>
              <a:t>2   </a:t>
            </a:r>
            <a:r>
              <a:rPr lang="zh-CN" altLang="en-US" sz="2800" b="1"/>
              <a:t>设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 </a:t>
            </a:r>
            <a:r>
              <a:rPr lang="zh-CN" altLang="en-US" sz="2800" b="1"/>
              <a:t>的概率密度是</a:t>
            </a:r>
            <a:endParaRPr lang="zh-CN" altLang="en-US" sz="2800" b="1"/>
          </a:p>
        </p:txBody>
      </p:sp>
      <p:sp>
        <p:nvSpPr>
          <p:cNvPr id="659459" name="Text Box 3"/>
          <p:cNvSpPr txBox="1">
            <a:spLocks noChangeArrowheads="1"/>
          </p:cNvSpPr>
          <p:nvPr/>
        </p:nvSpPr>
        <p:spPr bwMode="auto">
          <a:xfrm>
            <a:off x="1001713" y="2514600"/>
            <a:ext cx="608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解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55600" y="1874838"/>
            <a:ext cx="5830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2800" b="1">
                <a:solidFill>
                  <a:schemeClr val="accent2"/>
                </a:solidFill>
              </a:rPr>
              <a:t>求   </a:t>
            </a:r>
            <a:r>
              <a:rPr lang="en-US" altLang="zh-CN" sz="2800" b="1">
                <a:solidFill>
                  <a:schemeClr val="accent2"/>
                </a:solidFill>
              </a:rPr>
              <a:t>(1)</a:t>
            </a:r>
            <a:r>
              <a:rPr lang="zh-CN" altLang="zh-CN" sz="2800" b="1">
                <a:solidFill>
                  <a:schemeClr val="accent2"/>
                </a:solidFill>
              </a:rPr>
              <a:t> </a:t>
            </a:r>
            <a:r>
              <a:rPr lang="en-US" altLang="zh-CN" sz="2800" b="1" i="1">
                <a:solidFill>
                  <a:schemeClr val="accent2"/>
                </a:solidFill>
              </a:rPr>
              <a:t>c </a:t>
            </a:r>
            <a:r>
              <a:rPr lang="zh-CN" altLang="zh-CN" sz="2800" b="1">
                <a:solidFill>
                  <a:schemeClr val="accent2"/>
                </a:solidFill>
              </a:rPr>
              <a:t>的值; (2)  </a:t>
            </a:r>
            <a:r>
              <a:rPr lang="zh-CN" altLang="en-US" sz="2800" b="1">
                <a:solidFill>
                  <a:schemeClr val="accent2"/>
                </a:solidFill>
              </a:rPr>
              <a:t>两个边缘密度 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468313" y="765175"/>
          <a:ext cx="6308725" cy="118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5" name="公式" r:id="rId1" imgW="2505075" imgH="384810" progId="Equation.3">
                  <p:embed/>
                </p:oleObj>
              </mc:Choice>
              <mc:Fallback>
                <p:oleObj name="公式" r:id="rId1" imgW="2505075" imgH="38481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765175"/>
                        <a:ext cx="6308725" cy="118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9464" name="Rectangle 8"/>
          <p:cNvSpPr>
            <a:spLocks noChangeArrowheads="1"/>
          </p:cNvSpPr>
          <p:nvPr/>
        </p:nvSpPr>
        <p:spPr bwMode="auto">
          <a:xfrm>
            <a:off x="1712913" y="2454275"/>
            <a:ext cx="6572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(2)</a:t>
            </a:r>
            <a:endParaRPr lang="en-US" altLang="zh-CN" sz="3200" b="1"/>
          </a:p>
        </p:txBody>
      </p:sp>
      <p:sp>
        <p:nvSpPr>
          <p:cNvPr id="659489" name="AutoShape 33"/>
          <p:cNvSpPr>
            <a:spLocks noChangeArrowheads="1"/>
          </p:cNvSpPr>
          <p:nvPr/>
        </p:nvSpPr>
        <p:spPr bwMode="auto">
          <a:xfrm>
            <a:off x="7019925" y="1268413"/>
            <a:ext cx="1849438" cy="644525"/>
          </a:xfrm>
          <a:prstGeom prst="wedgeRectCallout">
            <a:avLst>
              <a:gd name="adj1" fmla="val -134292"/>
              <a:gd name="adj2" fmla="val 156403"/>
            </a:avLst>
          </a:prstGeom>
          <a:solidFill>
            <a:srgbClr val="660033"/>
          </a:solidFill>
          <a:ln w="9525">
            <a:solidFill>
              <a:srgbClr val="FFFF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99"/>
                </a:solidFill>
              </a:rPr>
              <a:t>暂时固定</a:t>
            </a:r>
            <a:endParaRPr lang="zh-CN" altLang="en-US" sz="2800" b="1">
              <a:solidFill>
                <a:srgbClr val="FFFF99"/>
              </a:solidFill>
            </a:endParaRPr>
          </a:p>
        </p:txBody>
      </p:sp>
      <p:graphicFrame>
        <p:nvGraphicFramePr>
          <p:cNvPr id="659490" name="Object 34"/>
          <p:cNvGraphicFramePr>
            <a:graphicFrameLocks noChangeAspect="1"/>
          </p:cNvGraphicFramePr>
          <p:nvPr/>
        </p:nvGraphicFramePr>
        <p:xfrm>
          <a:off x="2627313" y="2349500"/>
          <a:ext cx="3395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6" name="Equation" r:id="rId3" imgW="1285875" imgH="259715" progId="Equation.DSMT4">
                  <p:embed/>
                </p:oleObj>
              </mc:Choice>
              <mc:Fallback>
                <p:oleObj name="Equation" r:id="rId3" imgW="1285875" imgH="259715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349500"/>
                        <a:ext cx="3395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91" name="Object 35"/>
          <p:cNvGraphicFramePr>
            <a:graphicFrameLocks noChangeAspect="1"/>
          </p:cNvGraphicFramePr>
          <p:nvPr/>
        </p:nvGraphicFramePr>
        <p:xfrm>
          <a:off x="395288" y="3141663"/>
          <a:ext cx="5859462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7" name="Equation" r:id="rId5" imgW="1968500" imgH="457200" progId="Equation.DSMT4">
                  <p:embed/>
                </p:oleObj>
              </mc:Choice>
              <mc:Fallback>
                <p:oleObj name="Equation" r:id="rId5" imgW="1968500" imgH="4572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141663"/>
                        <a:ext cx="5859462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92" name="Object 36"/>
          <p:cNvGraphicFramePr>
            <a:graphicFrameLocks noChangeAspect="1"/>
          </p:cNvGraphicFramePr>
          <p:nvPr/>
        </p:nvGraphicFramePr>
        <p:xfrm>
          <a:off x="827088" y="4365625"/>
          <a:ext cx="26463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8" name="Equation" r:id="rId7" imgW="888365" imgH="215900" progId="Equation.DSMT4">
                  <p:embed/>
                </p:oleObj>
              </mc:Choice>
              <mc:Fallback>
                <p:oleObj name="Equation" r:id="rId7" imgW="888365" imgH="2159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365625"/>
                        <a:ext cx="264636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93" name="Object 37"/>
          <p:cNvGraphicFramePr>
            <a:graphicFrameLocks noChangeAspect="1"/>
          </p:cNvGraphicFramePr>
          <p:nvPr/>
        </p:nvGraphicFramePr>
        <p:xfrm>
          <a:off x="1116013" y="4797425"/>
          <a:ext cx="374808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19" name="Equation" r:id="rId9" imgW="1320165" imgH="330200" progId="Equation.DSMT4">
                  <p:embed/>
                </p:oleObj>
              </mc:Choice>
              <mc:Fallback>
                <p:oleObj name="Equation" r:id="rId9" imgW="1320165" imgH="3302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97425"/>
                        <a:ext cx="374808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94" name="Object 38"/>
          <p:cNvGraphicFramePr>
            <a:graphicFrameLocks noChangeAspect="1"/>
          </p:cNvGraphicFramePr>
          <p:nvPr/>
        </p:nvGraphicFramePr>
        <p:xfrm>
          <a:off x="2268538" y="5661025"/>
          <a:ext cx="424815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20" name="Equation" r:id="rId11" imgW="1739900" imgH="355600" progId="Equation.DSMT4">
                  <p:embed/>
                </p:oleObj>
              </mc:Choice>
              <mc:Fallback>
                <p:oleObj name="Equation" r:id="rId11" imgW="1739900" imgH="355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661025"/>
                        <a:ext cx="424815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9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9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5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5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 bldLvl="0" animBg="1" autoUpdateAnimBg="0"/>
      <p:bldP spid="659464" grpId="0" bldLvl="0" animBg="1" autoUpdateAnimBg="0"/>
      <p:bldP spid="659489" grpId="0" bldLvl="0" animBg="1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3" name="AutoShape 3"/>
          <p:cNvSpPr>
            <a:spLocks noChangeArrowheads="1"/>
          </p:cNvSpPr>
          <p:nvPr/>
        </p:nvSpPr>
        <p:spPr bwMode="auto">
          <a:xfrm>
            <a:off x="6588125" y="4868863"/>
            <a:ext cx="2209800" cy="644525"/>
          </a:xfrm>
          <a:prstGeom prst="wedgeRectCallout">
            <a:avLst>
              <a:gd name="adj1" fmla="val -88505"/>
              <a:gd name="adj2" fmla="val 34236"/>
            </a:avLst>
          </a:prstGeom>
          <a:solidFill>
            <a:srgbClr val="660033"/>
          </a:solidFill>
          <a:ln w="9525">
            <a:solidFill>
              <a:srgbClr val="FFFF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99"/>
                </a:solidFill>
              </a:rPr>
              <a:t>注意取值范围</a:t>
            </a:r>
            <a:endParaRPr lang="zh-CN" altLang="en-US" sz="2800" b="1">
              <a:solidFill>
                <a:srgbClr val="FFFF99"/>
              </a:solidFill>
            </a:endParaRPr>
          </a:p>
        </p:txBody>
      </p:sp>
      <p:graphicFrame>
        <p:nvGraphicFramePr>
          <p:cNvPr id="660509" name="Object 29"/>
          <p:cNvGraphicFramePr>
            <a:graphicFrameLocks noChangeAspect="1"/>
          </p:cNvGraphicFramePr>
          <p:nvPr/>
        </p:nvGraphicFramePr>
        <p:xfrm>
          <a:off x="900113" y="260350"/>
          <a:ext cx="2646362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6" name="Equation" r:id="rId1" imgW="888365" imgH="215900" progId="Equation.DSMT4">
                  <p:embed/>
                </p:oleObj>
              </mc:Choice>
              <mc:Fallback>
                <p:oleObj name="Equation" r:id="rId1" imgW="888365" imgH="2159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60350"/>
                        <a:ext cx="2646362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10" name="Object 30"/>
          <p:cNvGraphicFramePr>
            <a:graphicFrameLocks noChangeAspect="1"/>
          </p:cNvGraphicFramePr>
          <p:nvPr/>
        </p:nvGraphicFramePr>
        <p:xfrm>
          <a:off x="1187450" y="692150"/>
          <a:ext cx="37480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7" name="Equation" r:id="rId3" imgW="1320165" imgH="330200" progId="Equation.DSMT4">
                  <p:embed/>
                </p:oleObj>
              </mc:Choice>
              <mc:Fallback>
                <p:oleObj name="Equation" r:id="rId3" imgW="1320165" imgH="330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692150"/>
                        <a:ext cx="37480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11" name="Object 31"/>
          <p:cNvGraphicFramePr>
            <a:graphicFrameLocks noChangeAspect="1"/>
          </p:cNvGraphicFramePr>
          <p:nvPr/>
        </p:nvGraphicFramePr>
        <p:xfrm>
          <a:off x="2339975" y="1557338"/>
          <a:ext cx="42481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8" name="Equation" r:id="rId5" imgW="1739900" imgH="355600" progId="Equation.DSMT4">
                  <p:embed/>
                </p:oleObj>
              </mc:Choice>
              <mc:Fallback>
                <p:oleObj name="Equation" r:id="rId5" imgW="1739900" imgH="355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557338"/>
                        <a:ext cx="4248150" cy="868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12" name="Object 32"/>
          <p:cNvGraphicFramePr>
            <a:graphicFrameLocks noChangeAspect="1"/>
          </p:cNvGraphicFramePr>
          <p:nvPr/>
        </p:nvGraphicFramePr>
        <p:xfrm>
          <a:off x="2124075" y="2492375"/>
          <a:ext cx="2760663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9" name="Equation" r:id="rId7" imgW="1129665" imgH="393700" progId="Equation.DSMT4">
                  <p:embed/>
                </p:oleObj>
              </mc:Choice>
              <mc:Fallback>
                <p:oleObj name="Equation" r:id="rId7" imgW="1129665" imgH="3937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492375"/>
                        <a:ext cx="2760663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14" name="Object 34"/>
          <p:cNvGraphicFramePr>
            <a:graphicFrameLocks noChangeAspect="1"/>
          </p:cNvGraphicFramePr>
          <p:nvPr/>
        </p:nvGraphicFramePr>
        <p:xfrm>
          <a:off x="2051050" y="3500438"/>
          <a:ext cx="26987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name="Equation" r:id="rId9" imgW="1104900" imgH="393700" progId="Equation.DSMT4">
                  <p:embed/>
                </p:oleObj>
              </mc:Choice>
              <mc:Fallback>
                <p:oleObj name="Equation" r:id="rId9" imgW="1104900" imgH="3937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500438"/>
                        <a:ext cx="2698750" cy="96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0516" name="Text Box 36"/>
          <p:cNvSpPr txBox="1">
            <a:spLocks noChangeArrowheads="1"/>
          </p:cNvSpPr>
          <p:nvPr/>
        </p:nvSpPr>
        <p:spPr bwMode="auto">
          <a:xfrm>
            <a:off x="757238" y="4205288"/>
            <a:ext cx="1150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综上 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endParaRPr lang="en-US" altLang="zh-CN" sz="2800" b="1">
              <a:solidFill>
                <a:schemeClr val="accent2"/>
              </a:solidFill>
            </a:endParaRPr>
          </a:p>
        </p:txBody>
      </p:sp>
      <p:graphicFrame>
        <p:nvGraphicFramePr>
          <p:cNvPr id="660518" name="Object 38"/>
          <p:cNvGraphicFramePr>
            <a:graphicFrameLocks noChangeAspect="1"/>
          </p:cNvGraphicFramePr>
          <p:nvPr/>
        </p:nvGraphicFramePr>
        <p:xfrm>
          <a:off x="684213" y="4724400"/>
          <a:ext cx="5329237" cy="156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1" name="Equation" r:id="rId11" imgW="2247900" imgH="660400" progId="Equation.DSMT4">
                  <p:embed/>
                </p:oleObj>
              </mc:Choice>
              <mc:Fallback>
                <p:oleObj name="Equation" r:id="rId11" imgW="2247900" imgH="6604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724400"/>
                        <a:ext cx="5329237" cy="156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6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6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0483" grpId="0" bldLvl="0" animBg="1" autoUpdateAnimBg="0"/>
      <p:bldP spid="660516" grpId="0" bldLvl="0" animBg="1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Text Box 2"/>
          <p:cNvSpPr txBox="1">
            <a:spLocks noChangeArrowheads="1"/>
          </p:cNvSpPr>
          <p:nvPr/>
        </p:nvSpPr>
        <p:spPr bwMode="auto">
          <a:xfrm>
            <a:off x="395288" y="1511300"/>
            <a:ext cx="79248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en-US" altLang="zh-CN" sz="2800">
                <a:solidFill>
                  <a:srgbClr val="FFFF99"/>
                </a:solidFill>
              </a:rPr>
              <a:t>            </a:t>
            </a:r>
            <a:r>
              <a:rPr lang="zh-CN" altLang="en-US" sz="2800" b="1"/>
              <a:t>在求连续型 </a:t>
            </a:r>
            <a:r>
              <a:rPr lang="en-US" altLang="zh-CN" sz="2800" b="1" i="1"/>
              <a:t>r.v </a:t>
            </a:r>
            <a:r>
              <a:rPr lang="zh-CN" altLang="en-US" sz="2800" b="1"/>
              <a:t>的边缘密度时，往往要求联合密度在某区域上的积分</a:t>
            </a:r>
            <a:r>
              <a:rPr lang="en-US" altLang="zh-CN" sz="2800" b="1"/>
              <a:t>.  </a:t>
            </a:r>
            <a:r>
              <a:rPr lang="zh-CN" altLang="en-US" sz="2800" b="1"/>
              <a:t>当联合密度函数是分片表示的时候，在计算积分时应特别注意积分限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321539" name="Text Box 3"/>
          <p:cNvSpPr txBox="1">
            <a:spLocks noChangeArrowheads="1"/>
          </p:cNvSpPr>
          <p:nvPr/>
        </p:nvSpPr>
        <p:spPr bwMode="auto">
          <a:xfrm>
            <a:off x="1081088" y="3810000"/>
            <a:ext cx="7391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sz="3200" b="1">
                <a:solidFill>
                  <a:schemeClr val="accent2"/>
                </a:solidFill>
              </a:rPr>
              <a:t>下面我们介绍两个常见的二维分布</a:t>
            </a:r>
            <a:r>
              <a:rPr lang="en-US" altLang="zh-CN" sz="3200" b="1">
                <a:solidFill>
                  <a:schemeClr val="accent2"/>
                </a:solidFill>
              </a:rPr>
              <a:t>.</a:t>
            </a:r>
            <a:endParaRPr lang="en-US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38" grpId="0" bldLvl="0" animBg="1" autoUpdateAnimBg="0"/>
      <p:bldP spid="321539" grpId="0" bldLvl="0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457200" y="685800"/>
            <a:ext cx="762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/>
              <a:t>       1</a:t>
            </a:r>
            <a:r>
              <a:rPr lang="zh-CN" altLang="en-US" sz="2800" b="1"/>
              <a:t>、</a:t>
            </a:r>
            <a:r>
              <a:rPr lang="zh-CN" altLang="en-US" sz="2800" b="1">
                <a:solidFill>
                  <a:srgbClr val="FFFF99"/>
                </a:solidFill>
              </a:rPr>
              <a:t> </a:t>
            </a:r>
            <a:r>
              <a:rPr lang="zh-CN" altLang="en-US" sz="2800" b="1">
                <a:solidFill>
                  <a:schemeClr val="accent2"/>
                </a:solidFill>
              </a:rPr>
              <a:t>设</a:t>
            </a:r>
            <a:r>
              <a:rPr lang="en-US" altLang="zh-CN" sz="2800" b="1" i="1">
                <a:solidFill>
                  <a:schemeClr val="accent2"/>
                </a:solidFill>
              </a:rPr>
              <a:t>G</a:t>
            </a:r>
            <a:r>
              <a:rPr lang="zh-CN" altLang="en-US" sz="2800" b="1">
                <a:solidFill>
                  <a:schemeClr val="accent2"/>
                </a:solidFill>
              </a:rPr>
              <a:t>是平面上的有界区域，其面积为</a:t>
            </a:r>
            <a:r>
              <a:rPr lang="en-US" altLang="zh-CN" sz="2800" b="1" i="1">
                <a:solidFill>
                  <a:schemeClr val="accent2"/>
                </a:solidFill>
              </a:rPr>
              <a:t>A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r>
              <a:rPr lang="zh-CN" altLang="en-US" sz="2800" b="1">
                <a:solidFill>
                  <a:schemeClr val="accent2"/>
                </a:solidFill>
              </a:rPr>
              <a:t>若二维随机变量（ 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zh-CN" altLang="en-US" sz="2800" b="1">
                <a:solidFill>
                  <a:schemeClr val="accent2"/>
                </a:solidFill>
              </a:rPr>
              <a:t>）具有概率密度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graphicFrame>
        <p:nvGraphicFramePr>
          <p:cNvPr id="39939" name="Object 3"/>
          <p:cNvGraphicFramePr>
            <a:graphicFrameLocks noChangeAspect="1"/>
          </p:cNvGraphicFramePr>
          <p:nvPr/>
        </p:nvGraphicFramePr>
        <p:xfrm>
          <a:off x="1116013" y="1628775"/>
          <a:ext cx="4678362" cy="170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65" name="公式" r:id="rId1" imgW="1600200" imgH="539115" progId="Equation.3">
                  <p:embed/>
                </p:oleObj>
              </mc:Choice>
              <mc:Fallback>
                <p:oleObj name="公式" r:id="rId1" imgW="1600200" imgH="53911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628775"/>
                        <a:ext cx="4678362" cy="170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603250" y="3430588"/>
            <a:ext cx="6934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则称（</a:t>
            </a:r>
            <a:r>
              <a:rPr lang="en-US" altLang="zh-CN" sz="2800" b="1" i="1">
                <a:solidFill>
                  <a:schemeClr val="accent2"/>
                </a:solidFill>
              </a:rPr>
              <a:t>X</a:t>
            </a:r>
            <a:r>
              <a:rPr lang="en-US" altLang="zh-CN" sz="2800" b="1">
                <a:solidFill>
                  <a:schemeClr val="accent2"/>
                </a:solidFill>
              </a:rPr>
              <a:t>,</a:t>
            </a:r>
            <a:r>
              <a:rPr lang="en-US" altLang="zh-CN" sz="2800" b="1" i="1">
                <a:solidFill>
                  <a:schemeClr val="accent2"/>
                </a:solidFill>
              </a:rPr>
              <a:t>Y</a:t>
            </a:r>
            <a:r>
              <a:rPr lang="zh-CN" altLang="en-US" sz="2800" b="1">
                <a:solidFill>
                  <a:schemeClr val="accent2"/>
                </a:solidFill>
              </a:rPr>
              <a:t>）在</a:t>
            </a:r>
            <a:r>
              <a:rPr lang="en-US" altLang="zh-CN" sz="2800" b="1" i="1">
                <a:solidFill>
                  <a:schemeClr val="accent2"/>
                </a:solidFill>
              </a:rPr>
              <a:t>G</a:t>
            </a:r>
            <a:r>
              <a:rPr lang="zh-CN" altLang="en-US" sz="2800" b="1">
                <a:solidFill>
                  <a:schemeClr val="accent2"/>
                </a:solidFill>
              </a:rPr>
              <a:t>上服从均匀分布</a:t>
            </a:r>
            <a:r>
              <a:rPr lang="en-US" altLang="zh-CN" sz="2800" b="1">
                <a:solidFill>
                  <a:schemeClr val="accent2"/>
                </a:solidFill>
              </a:rPr>
              <a:t>.</a:t>
            </a:r>
            <a:endParaRPr lang="en-US" altLang="zh-CN" sz="2800">
              <a:solidFill>
                <a:schemeClr val="accent2"/>
              </a:solidFill>
            </a:endParaRPr>
          </a:p>
        </p:txBody>
      </p:sp>
      <p:sp>
        <p:nvSpPr>
          <p:cNvPr id="322565" name="Text Box 5"/>
          <p:cNvSpPr txBox="1">
            <a:spLocks noChangeArrowheads="1"/>
          </p:cNvSpPr>
          <p:nvPr/>
        </p:nvSpPr>
        <p:spPr bwMode="auto">
          <a:xfrm>
            <a:off x="385763" y="4102100"/>
            <a:ext cx="80010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>
                <a:solidFill>
                  <a:srgbClr val="FFFF99"/>
                </a:solidFill>
              </a:rPr>
              <a:t>        </a:t>
            </a:r>
            <a:r>
              <a:rPr lang="zh-CN" altLang="en-US" sz="2800" b="1"/>
              <a:t>向平面上有界区域</a:t>
            </a:r>
            <a:r>
              <a:rPr lang="en-US" altLang="zh-CN" sz="2800" b="1" i="1"/>
              <a:t>G</a:t>
            </a:r>
            <a:r>
              <a:rPr lang="zh-CN" altLang="en-US" sz="2800" b="1"/>
              <a:t>上任投一质点，若质点落在</a:t>
            </a:r>
            <a:r>
              <a:rPr lang="en-US" altLang="zh-CN" sz="2800" b="1" i="1"/>
              <a:t>G</a:t>
            </a:r>
            <a:r>
              <a:rPr lang="zh-CN" altLang="en-US" sz="2800" b="1"/>
              <a:t>内任一小区域</a:t>
            </a:r>
            <a:r>
              <a:rPr lang="en-US" altLang="zh-CN" sz="2800" b="1" i="1"/>
              <a:t>B</a:t>
            </a:r>
            <a:r>
              <a:rPr lang="zh-CN" altLang="en-US" sz="2800" b="1"/>
              <a:t>的概率与小区域的面积成正比，而与</a:t>
            </a:r>
            <a:r>
              <a:rPr lang="en-US" altLang="zh-CN" sz="2800" b="1" i="1"/>
              <a:t>B</a:t>
            </a:r>
            <a:r>
              <a:rPr lang="zh-CN" altLang="en-US" sz="2800" b="1"/>
              <a:t>的形状及位置无关</a:t>
            </a:r>
            <a:r>
              <a:rPr lang="en-US" altLang="zh-CN" sz="2800" b="1"/>
              <a:t>. </a:t>
            </a:r>
            <a:r>
              <a:rPr lang="zh-CN" altLang="en-US" sz="2800" b="1"/>
              <a:t>则质点的坐标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在</a:t>
            </a:r>
            <a:r>
              <a:rPr lang="en-US" altLang="zh-CN" sz="2800" b="1"/>
              <a:t>G</a:t>
            </a:r>
            <a:r>
              <a:rPr lang="zh-CN" altLang="en-US" sz="2800" b="1"/>
              <a:t>上服从均匀分布</a:t>
            </a:r>
            <a:r>
              <a:rPr lang="en-US" altLang="zh-CN" sz="2800" b="1">
                <a:solidFill>
                  <a:srgbClr val="FFFF99"/>
                </a:solidFill>
              </a:rPr>
              <a:t>.</a:t>
            </a:r>
            <a:endParaRPr lang="en-US" altLang="zh-CN" sz="2800" b="1">
              <a:solidFill>
                <a:srgbClr val="00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5" grpId="0" bldLvl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Line 2"/>
          <p:cNvSpPr>
            <a:spLocks noChangeShapeType="1"/>
          </p:cNvSpPr>
          <p:nvPr/>
        </p:nvSpPr>
        <p:spPr bwMode="auto">
          <a:xfrm>
            <a:off x="2732088" y="1931988"/>
            <a:ext cx="0" cy="5334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3" name="Line 3"/>
          <p:cNvSpPr>
            <a:spLocks noChangeShapeType="1"/>
          </p:cNvSpPr>
          <p:nvPr/>
        </p:nvSpPr>
        <p:spPr bwMode="auto">
          <a:xfrm>
            <a:off x="2732088" y="1931988"/>
            <a:ext cx="609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4" name="Line 4"/>
          <p:cNvSpPr>
            <a:spLocks noChangeShapeType="1"/>
          </p:cNvSpPr>
          <p:nvPr/>
        </p:nvSpPr>
        <p:spPr bwMode="auto">
          <a:xfrm>
            <a:off x="3341688" y="1931988"/>
            <a:ext cx="2971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5" name="Line 5"/>
          <p:cNvSpPr>
            <a:spLocks noChangeShapeType="1"/>
          </p:cNvSpPr>
          <p:nvPr/>
        </p:nvSpPr>
        <p:spPr bwMode="auto">
          <a:xfrm>
            <a:off x="2732088" y="2465388"/>
            <a:ext cx="0" cy="15748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6214" name="Rectangle 6"/>
          <p:cNvSpPr>
            <a:spLocks noChangeArrowheads="1"/>
          </p:cNvSpPr>
          <p:nvPr/>
        </p:nvSpPr>
        <p:spPr bwMode="auto">
          <a:xfrm>
            <a:off x="446088" y="5253038"/>
            <a:ext cx="4114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宋体" panose="02010600030101010101" pitchFamily="2" charset="-122"/>
              </a:rPr>
              <a:t> </a:t>
            </a:r>
            <a:r>
              <a:rPr lang="zh-CN" altLang="en-US" sz="2800" b="1">
                <a:latin typeface="宋体" panose="02010600030101010101" pitchFamily="2" charset="-122"/>
              </a:rPr>
              <a:t>的二维</a:t>
            </a:r>
            <a:r>
              <a:rPr lang="zh-CN" altLang="en-US" sz="2800" b="1">
                <a:solidFill>
                  <a:srgbClr val="000099"/>
                </a:solidFill>
                <a:latin typeface="宋体" panose="02010600030101010101" pitchFamily="2" charset="-122"/>
              </a:rPr>
              <a:t>正态分布</a:t>
            </a:r>
            <a:r>
              <a:rPr lang="zh-CN" altLang="en-US" sz="2800" b="1">
                <a:latin typeface="宋体" panose="02010600030101010101" pitchFamily="2" charset="-122"/>
              </a:rPr>
              <a:t>，记为  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606215" name="Object 7"/>
          <p:cNvGraphicFramePr>
            <a:graphicFrameLocks noChangeAspect="1"/>
          </p:cNvGraphicFramePr>
          <p:nvPr/>
        </p:nvGraphicFramePr>
        <p:xfrm>
          <a:off x="3468688" y="371475"/>
          <a:ext cx="12017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8" name="公式" r:id="rId1" imgW="390525" imgH="125095" progId="Equation.3">
                  <p:embed/>
                </p:oleObj>
              </mc:Choice>
              <mc:Fallback>
                <p:oleObj name="公式" r:id="rId1" imgW="390525" imgH="1250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688" y="371475"/>
                        <a:ext cx="120173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16" name="Object 8"/>
          <p:cNvGraphicFramePr>
            <a:graphicFrameLocks noChangeAspect="1"/>
          </p:cNvGraphicFramePr>
          <p:nvPr/>
        </p:nvGraphicFramePr>
        <p:xfrm>
          <a:off x="971550" y="876300"/>
          <a:ext cx="6251575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9" name="Equation" r:id="rId3" imgW="6248400" imgH="1000760" progId="Equation.DSMT4">
                  <p:embed/>
                </p:oleObj>
              </mc:Choice>
              <mc:Fallback>
                <p:oleObj name="Equation" r:id="rId3" imgW="6248400" imgH="1000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876300"/>
                        <a:ext cx="6251575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17" name="Object 9"/>
          <p:cNvGraphicFramePr>
            <a:graphicFrameLocks noChangeAspect="1"/>
          </p:cNvGraphicFramePr>
          <p:nvPr/>
        </p:nvGraphicFramePr>
        <p:xfrm>
          <a:off x="1187450" y="2027238"/>
          <a:ext cx="7413625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0" name="Equation" r:id="rId5" imgW="2828925" imgH="462280" progId="Equation.DSMT4">
                  <p:embed/>
                </p:oleObj>
              </mc:Choice>
              <mc:Fallback>
                <p:oleObj name="Equation" r:id="rId5" imgW="2828925" imgH="4622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027238"/>
                        <a:ext cx="7413625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18" name="Object 10"/>
          <p:cNvGraphicFramePr>
            <a:graphicFrameLocks noChangeAspect="1"/>
          </p:cNvGraphicFramePr>
          <p:nvPr/>
        </p:nvGraphicFramePr>
        <p:xfrm>
          <a:off x="1403350" y="4076700"/>
          <a:ext cx="26812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1" name="Equation" r:id="rId7" imgW="981075" imgH="163830" progId="Equation.DSMT4">
                  <p:embed/>
                </p:oleObj>
              </mc:Choice>
              <mc:Fallback>
                <p:oleObj name="Equation" r:id="rId7" imgW="981075" imgH="16383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076700"/>
                        <a:ext cx="268128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19" name="Object 11"/>
          <p:cNvGraphicFramePr>
            <a:graphicFrameLocks noChangeAspect="1"/>
          </p:cNvGraphicFramePr>
          <p:nvPr/>
        </p:nvGraphicFramePr>
        <p:xfrm>
          <a:off x="6094413" y="4176713"/>
          <a:ext cx="2438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2" name="Equation" r:id="rId9" imgW="2447925" imgH="356235" progId="Equation.DSMT4">
                  <p:embed/>
                </p:oleObj>
              </mc:Choice>
              <mc:Fallback>
                <p:oleObj name="Equation" r:id="rId9" imgW="2447925" imgH="3562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4176713"/>
                        <a:ext cx="2438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20" name="Object 12"/>
          <p:cNvGraphicFramePr>
            <a:graphicFrameLocks noChangeAspect="1"/>
          </p:cNvGraphicFramePr>
          <p:nvPr/>
        </p:nvGraphicFramePr>
        <p:xfrm>
          <a:off x="687388" y="4754563"/>
          <a:ext cx="170815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3" name="公式" r:id="rId11" imgW="619125" imgH="125095" progId="Equation.3">
                  <p:embed/>
                </p:oleObj>
              </mc:Choice>
              <mc:Fallback>
                <p:oleObj name="公式" r:id="rId11" imgW="619125" imgH="12509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4754563"/>
                        <a:ext cx="170815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21" name="Object 13"/>
          <p:cNvGraphicFramePr>
            <a:graphicFrameLocks noChangeAspect="1"/>
          </p:cNvGraphicFramePr>
          <p:nvPr/>
        </p:nvGraphicFramePr>
        <p:xfrm>
          <a:off x="3387725" y="4752975"/>
          <a:ext cx="1127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4" name="公式" r:id="rId13" imgW="390525" imgH="125095" progId="Equation.3">
                  <p:embed/>
                </p:oleObj>
              </mc:Choice>
              <mc:Fallback>
                <p:oleObj name="公式" r:id="rId13" imgW="390525" imgH="12509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5" y="4752975"/>
                        <a:ext cx="11271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22" name="Object 14"/>
          <p:cNvGraphicFramePr>
            <a:graphicFrameLocks noChangeAspect="1"/>
          </p:cNvGraphicFramePr>
          <p:nvPr/>
        </p:nvGraphicFramePr>
        <p:xfrm>
          <a:off x="6227763" y="4652963"/>
          <a:ext cx="2498725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5" name="Equation" r:id="rId15" imgW="981075" imgH="163830" progId="Equation.DSMT4">
                  <p:embed/>
                </p:oleObj>
              </mc:Choice>
              <mc:Fallback>
                <p:oleObj name="Equation" r:id="rId15" imgW="981075" imgH="16383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652963"/>
                        <a:ext cx="2498725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23" name="Object 15"/>
          <p:cNvGraphicFramePr>
            <a:graphicFrameLocks noChangeAspect="1"/>
          </p:cNvGraphicFramePr>
          <p:nvPr/>
        </p:nvGraphicFramePr>
        <p:xfrm>
          <a:off x="4284663" y="5229225"/>
          <a:ext cx="4859337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6" name="Equation" r:id="rId17" imgW="1800225" imgH="163830" progId="Equation.DSMT4">
                  <p:embed/>
                </p:oleObj>
              </mc:Choice>
              <mc:Fallback>
                <p:oleObj name="Equation" r:id="rId17" imgW="1800225" imgH="16383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5229225"/>
                        <a:ext cx="4859337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6224" name="Text Box 16"/>
          <p:cNvSpPr txBox="1">
            <a:spLocks noChangeArrowheads="1"/>
          </p:cNvSpPr>
          <p:nvPr/>
        </p:nvSpPr>
        <p:spPr bwMode="auto">
          <a:xfrm>
            <a:off x="876300" y="300038"/>
            <a:ext cx="44894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若二维随机向量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606225" name="Text Box 17"/>
          <p:cNvSpPr txBox="1">
            <a:spLocks noChangeArrowheads="1"/>
          </p:cNvSpPr>
          <p:nvPr/>
        </p:nvSpPr>
        <p:spPr bwMode="auto">
          <a:xfrm>
            <a:off x="4621213" y="328613"/>
            <a:ext cx="23272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的概率密度为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606226" name="Text Box 18"/>
          <p:cNvSpPr txBox="1">
            <a:spLocks noChangeArrowheads="1"/>
          </p:cNvSpPr>
          <p:nvPr/>
        </p:nvSpPr>
        <p:spPr bwMode="auto">
          <a:xfrm>
            <a:off x="598488" y="4113213"/>
            <a:ext cx="15906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其中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606227" name="Text Box 19"/>
          <p:cNvSpPr txBox="1">
            <a:spLocks noChangeArrowheads="1"/>
          </p:cNvSpPr>
          <p:nvPr/>
        </p:nvSpPr>
        <p:spPr bwMode="auto">
          <a:xfrm>
            <a:off x="4027488" y="4113213"/>
            <a:ext cx="2149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都是常数</a:t>
            </a:r>
            <a:r>
              <a:rPr lang="en-US" altLang="zh-CN" sz="2800" b="1">
                <a:latin typeface="宋体" panose="02010600030101010101" pitchFamily="2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且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606228" name="Text Box 20"/>
          <p:cNvSpPr txBox="1">
            <a:spLocks noChangeArrowheads="1"/>
          </p:cNvSpPr>
          <p:nvPr/>
        </p:nvSpPr>
        <p:spPr bwMode="auto">
          <a:xfrm>
            <a:off x="2243138" y="4676775"/>
            <a:ext cx="1255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，则称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606229" name="Text Box 21"/>
          <p:cNvSpPr txBox="1">
            <a:spLocks noChangeArrowheads="1"/>
          </p:cNvSpPr>
          <p:nvPr/>
        </p:nvSpPr>
        <p:spPr bwMode="auto">
          <a:xfrm>
            <a:off x="4408488" y="4695825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服从参数为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606230" name="Object 22"/>
          <p:cNvGraphicFramePr>
            <a:graphicFrameLocks noChangeAspect="1"/>
          </p:cNvGraphicFramePr>
          <p:nvPr/>
        </p:nvGraphicFramePr>
        <p:xfrm>
          <a:off x="1476375" y="3573463"/>
          <a:ext cx="182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7" name="Equation" r:id="rId19" imgW="1752600" imgH="240665" progId="Equation.DSMT4">
                  <p:embed/>
                </p:oleObj>
              </mc:Choice>
              <mc:Fallback>
                <p:oleObj name="Equation" r:id="rId19" imgW="1752600" imgH="24066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73463"/>
                        <a:ext cx="1828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6231" name="Object 23"/>
          <p:cNvGraphicFramePr>
            <a:graphicFrameLocks noChangeAspect="1"/>
          </p:cNvGraphicFramePr>
          <p:nvPr/>
        </p:nvGraphicFramePr>
        <p:xfrm>
          <a:off x="3924300" y="3500438"/>
          <a:ext cx="1816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8" name="Equation" r:id="rId21" imgW="1743075" imgH="240665" progId="Equation.DSMT4">
                  <p:embed/>
                </p:oleObj>
              </mc:Choice>
              <mc:Fallback>
                <p:oleObj name="Equation" r:id="rId21" imgW="1743075" imgH="240665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500438"/>
                        <a:ext cx="1816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4" name="Rectangle 25"/>
          <p:cNvSpPr>
            <a:spLocks noChangeArrowheads="1"/>
          </p:cNvSpPr>
          <p:nvPr/>
        </p:nvSpPr>
        <p:spPr bwMode="auto">
          <a:xfrm>
            <a:off x="323850" y="333375"/>
            <a:ext cx="719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/>
              <a:t>2</a:t>
            </a:r>
            <a:r>
              <a:rPr lang="zh-CN" altLang="en-US" b="1"/>
              <a:t>、</a:t>
            </a:r>
            <a:r>
              <a:rPr lang="zh-CN" altLang="en-US"/>
              <a:t>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62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6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6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62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6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6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06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0622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6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6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06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06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0622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06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06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6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062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606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6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0622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06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06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062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6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06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4" grpId="0" autoUpdateAnimBg="0" build="p"/>
      <p:bldP spid="606224" grpId="0" autoUpdateAnimBg="0" build="p"/>
      <p:bldP spid="606225" grpId="0" autoUpdateAnimBg="0" build="p"/>
      <p:bldP spid="606226" grpId="0" autoUpdateAnimBg="0" build="p"/>
      <p:bldP spid="606227" grpId="0" autoUpdateAnimBg="0" build="p"/>
      <p:bldP spid="606228" grpId="0" autoUpdateAnimBg="0" build="p"/>
      <p:bldP spid="606229" grpId="0" autoUpdateAnimBg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1052513"/>
            <a:ext cx="5943600" cy="356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Line 2"/>
          <p:cNvSpPr>
            <a:spLocks noChangeShapeType="1"/>
          </p:cNvSpPr>
          <p:nvPr/>
        </p:nvSpPr>
        <p:spPr bwMode="auto">
          <a:xfrm>
            <a:off x="2624956" y="2551832"/>
            <a:ext cx="0" cy="5334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1" name="Line 3"/>
          <p:cNvSpPr>
            <a:spLocks noChangeShapeType="1"/>
          </p:cNvSpPr>
          <p:nvPr/>
        </p:nvSpPr>
        <p:spPr bwMode="auto">
          <a:xfrm>
            <a:off x="2624956" y="2551832"/>
            <a:ext cx="6096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3234556" y="2551832"/>
            <a:ext cx="29718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2624956" y="3085232"/>
            <a:ext cx="0" cy="15748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1334" name="Rectangle 6"/>
          <p:cNvSpPr>
            <a:spLocks noChangeArrowheads="1"/>
          </p:cNvSpPr>
          <p:nvPr/>
        </p:nvSpPr>
        <p:spPr bwMode="auto">
          <a:xfrm>
            <a:off x="1601019" y="1888058"/>
            <a:ext cx="3860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宋体" panose="02010600030101010101" pitchFamily="2" charset="-122"/>
              </a:rPr>
              <a:t>的边缘概率密度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graphicFrame>
        <p:nvGraphicFramePr>
          <p:cNvPr id="43015" name="Object 7"/>
          <p:cNvGraphicFramePr>
            <a:graphicFrameLocks noChangeAspect="1"/>
          </p:cNvGraphicFramePr>
          <p:nvPr/>
        </p:nvGraphicFramePr>
        <p:xfrm>
          <a:off x="3942581" y="528365"/>
          <a:ext cx="452755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8" name="公式" r:id="rId1" imgW="1819275" imgH="154305" progId="Equation.3">
                  <p:embed/>
                </p:oleObj>
              </mc:Choice>
              <mc:Fallback>
                <p:oleObj name="公式" r:id="rId1" imgW="1819275" imgH="15430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2581" y="528365"/>
                        <a:ext cx="452755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299394" y="1249883"/>
          <a:ext cx="1127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9" name="公式" r:id="rId3" imgW="390525" imgH="125095" progId="Equation.3">
                  <p:embed/>
                </p:oleObj>
              </mc:Choice>
              <mc:Fallback>
                <p:oleObj name="公式" r:id="rId3" imgW="390525" imgH="1250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394" y="1249883"/>
                        <a:ext cx="112712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7" name="Object 9"/>
          <p:cNvGraphicFramePr>
            <a:graphicFrameLocks noChangeAspect="1"/>
          </p:cNvGraphicFramePr>
          <p:nvPr/>
        </p:nvGraphicFramePr>
        <p:xfrm>
          <a:off x="1299394" y="1959496"/>
          <a:ext cx="4746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0" name="公式" r:id="rId5" imgW="104775" imgH="86360" progId="Equation.3">
                  <p:embed/>
                </p:oleObj>
              </mc:Choice>
              <mc:Fallback>
                <p:oleObj name="公式" r:id="rId5" imgW="104775" imgH="863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9394" y="1959496"/>
                        <a:ext cx="4746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8" name="Object 10"/>
          <p:cNvGraphicFramePr>
            <a:graphicFrameLocks noChangeAspect="1"/>
          </p:cNvGraphicFramePr>
          <p:nvPr/>
        </p:nvGraphicFramePr>
        <p:xfrm>
          <a:off x="612006" y="2419094"/>
          <a:ext cx="3387725" cy="77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1" name="Equation" r:id="rId7" imgW="1362075" imgH="259715" progId="Equation.DSMT4">
                  <p:embed/>
                </p:oleObj>
              </mc:Choice>
              <mc:Fallback>
                <p:oleObj name="Equation" r:id="rId7" imgW="1362075" imgH="25971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006" y="2419094"/>
                        <a:ext cx="3387725" cy="77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1339" name="Object 11"/>
          <p:cNvGraphicFramePr>
            <a:graphicFrameLocks noChangeAspect="1"/>
          </p:cNvGraphicFramePr>
          <p:nvPr/>
        </p:nvGraphicFramePr>
        <p:xfrm>
          <a:off x="900566" y="3021627"/>
          <a:ext cx="6911791" cy="1339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2" name="Equation" r:id="rId9" imgW="3171825" imgH="500380" progId="Equation.DSMT4">
                  <p:embed/>
                </p:oleObj>
              </mc:Choice>
              <mc:Fallback>
                <p:oleObj name="Equation" r:id="rId9" imgW="3171825" imgH="5003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566" y="3021627"/>
                        <a:ext cx="6911791" cy="13392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20" name="Text Box 12"/>
          <p:cNvSpPr txBox="1">
            <a:spLocks noChangeArrowheads="1"/>
          </p:cNvSpPr>
          <p:nvPr/>
        </p:nvSpPr>
        <p:spPr bwMode="auto">
          <a:xfrm>
            <a:off x="467544" y="487883"/>
            <a:ext cx="374332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宋体" panose="02010600030101010101" pitchFamily="2" charset="-122"/>
              </a:rPr>
              <a:t>设二维随机变量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3021" name="Text Box 13"/>
          <p:cNvSpPr txBox="1">
            <a:spLocks noChangeArrowheads="1"/>
          </p:cNvSpPr>
          <p:nvPr/>
        </p:nvSpPr>
        <p:spPr bwMode="auto">
          <a:xfrm>
            <a:off x="491356" y="1187971"/>
            <a:ext cx="1358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试求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43022" name="Text Box 14"/>
          <p:cNvSpPr txBox="1">
            <a:spLocks noChangeArrowheads="1"/>
          </p:cNvSpPr>
          <p:nvPr/>
        </p:nvSpPr>
        <p:spPr bwMode="auto">
          <a:xfrm>
            <a:off x="2305869" y="1173683"/>
            <a:ext cx="2863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的边缘概率密度</a:t>
            </a:r>
            <a:r>
              <a:rPr lang="en-US" altLang="zh-CN" sz="2800" b="1" dirty="0">
                <a:latin typeface="宋体" panose="02010600030101010101" pitchFamily="2" charset="-122"/>
              </a:rPr>
              <a:t>.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sp>
        <p:nvSpPr>
          <p:cNvPr id="611343" name="Text Box 15"/>
          <p:cNvSpPr txBox="1">
            <a:spLocks noChangeArrowheads="1"/>
          </p:cNvSpPr>
          <p:nvPr/>
        </p:nvSpPr>
        <p:spPr bwMode="auto">
          <a:xfrm>
            <a:off x="491356" y="1959497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99"/>
                </a:solidFill>
                <a:latin typeface="宋体" panose="02010600030101010101" pitchFamily="2" charset="-122"/>
              </a:rPr>
              <a:t>解</a:t>
            </a:r>
            <a:endParaRPr lang="zh-CN" altLang="en-US" sz="2800" b="1" dirty="0">
              <a:solidFill>
                <a:srgbClr val="000099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611345" name="Object 17"/>
          <p:cNvGraphicFramePr>
            <a:graphicFrameLocks noChangeAspect="1"/>
          </p:cNvGraphicFramePr>
          <p:nvPr/>
        </p:nvGraphicFramePr>
        <p:xfrm>
          <a:off x="2392793" y="5505730"/>
          <a:ext cx="34432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3" name="Equation" r:id="rId11" imgW="1571625" imgH="356235" progId="Equation.DSMT4">
                  <p:embed/>
                </p:oleObj>
              </mc:Choice>
              <mc:Fallback>
                <p:oleObj name="Equation" r:id="rId11" imgW="1571625" imgH="35623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793" y="5505730"/>
                        <a:ext cx="3443288" cy="949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1346" name="Text Box 18"/>
          <p:cNvSpPr txBox="1">
            <a:spLocks noChangeArrowheads="1"/>
          </p:cNvSpPr>
          <p:nvPr/>
        </p:nvSpPr>
        <p:spPr bwMode="auto">
          <a:xfrm>
            <a:off x="1691680" y="5661248"/>
            <a:ext cx="541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令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aphicFrame>
        <p:nvGraphicFramePr>
          <p:cNvPr id="611347" name="Object 19"/>
          <p:cNvGraphicFramePr>
            <a:graphicFrameLocks noChangeAspect="1"/>
          </p:cNvGraphicFramePr>
          <p:nvPr/>
        </p:nvGraphicFramePr>
        <p:xfrm>
          <a:off x="924466" y="4138883"/>
          <a:ext cx="7473602" cy="1328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4" name="Equation" r:id="rId13" imgW="3467100" imgH="500380" progId="Equation.DSMT4">
                  <p:embed/>
                </p:oleObj>
              </mc:Choice>
              <mc:Fallback>
                <p:oleObj name="Equation" r:id="rId13" imgW="3467100" imgH="5003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4466" y="4138883"/>
                        <a:ext cx="7473602" cy="1328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134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1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133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13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134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13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4" grpId="0" autoUpdateAnimBg="0" build="p"/>
      <p:bldP spid="611343" grpId="0" autoUpdateAnimBg="0" build="p"/>
      <p:bldP spid="611346" grpId="0" autoUpdateAnimBg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2354" name="Object 2"/>
          <p:cNvGraphicFramePr>
            <a:graphicFrameLocks noChangeAspect="1"/>
          </p:cNvGraphicFramePr>
          <p:nvPr/>
        </p:nvGraphicFramePr>
        <p:xfrm>
          <a:off x="419100" y="188913"/>
          <a:ext cx="6961188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0" name="Equation" r:id="rId1" imgW="3152775" imgH="490855" progId="Equation.DSMT4">
                  <p:embed/>
                </p:oleObj>
              </mc:Choice>
              <mc:Fallback>
                <p:oleObj name="Equation" r:id="rId1" imgW="3152775" imgH="49085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" y="188913"/>
                        <a:ext cx="6961188" cy="1204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2355" name="Group 3"/>
          <p:cNvGrpSpPr/>
          <p:nvPr/>
        </p:nvGrpSpPr>
        <p:grpSpPr bwMode="auto">
          <a:xfrm>
            <a:off x="4572000" y="2060575"/>
            <a:ext cx="3068638" cy="603250"/>
            <a:chOff x="492" y="1318"/>
            <a:chExt cx="1933" cy="380"/>
          </a:xfrm>
        </p:grpSpPr>
        <p:graphicFrame>
          <p:nvGraphicFramePr>
            <p:cNvPr id="44043" name="Object 4"/>
            <p:cNvGraphicFramePr>
              <a:graphicFrameLocks noChangeAspect="1"/>
            </p:cNvGraphicFramePr>
            <p:nvPr/>
          </p:nvGraphicFramePr>
          <p:xfrm>
            <a:off x="786" y="1318"/>
            <a:ext cx="1639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61" name="公式" r:id="rId3" imgW="962025" imgH="163830" progId="Equation.3">
                    <p:embed/>
                  </p:oleObj>
                </mc:Choice>
                <mc:Fallback>
                  <p:oleObj name="公式" r:id="rId3" imgW="962025" imgH="16383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6" y="1318"/>
                          <a:ext cx="1639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4" name="Text Box 5"/>
            <p:cNvSpPr txBox="1">
              <a:spLocks noChangeArrowheads="1"/>
            </p:cNvSpPr>
            <p:nvPr/>
          </p:nvSpPr>
          <p:spPr bwMode="auto">
            <a:xfrm>
              <a:off x="492" y="1334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即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</p:grpSp>
      <p:sp>
        <p:nvSpPr>
          <p:cNvPr id="612358" name="Text Box 6"/>
          <p:cNvSpPr txBox="1">
            <a:spLocks noChangeArrowheads="1"/>
          </p:cNvSpPr>
          <p:nvPr/>
        </p:nvSpPr>
        <p:spPr bwMode="auto">
          <a:xfrm>
            <a:off x="755650" y="3141663"/>
            <a:ext cx="5192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宋体" panose="02010600030101010101" pitchFamily="2" charset="-122"/>
              </a:rPr>
              <a:t>同理，</a:t>
            </a:r>
            <a:r>
              <a:rPr lang="en-US" altLang="zh-CN" sz="2800" b="1" i="1">
                <a:ea typeface="楷体_GB2312" pitchFamily="49" charset="-122"/>
              </a:rPr>
              <a:t>Y </a:t>
            </a:r>
            <a:r>
              <a:rPr lang="zh-CN" altLang="en-US" sz="2800" b="1">
                <a:latin typeface="宋体" panose="02010600030101010101" pitchFamily="2" charset="-122"/>
              </a:rPr>
              <a:t>的边缘概率密度为</a:t>
            </a:r>
            <a:endParaRPr lang="zh-CN" altLang="en-US" sz="2800" b="1" i="1">
              <a:ea typeface="楷体_GB2312" pitchFamily="49" charset="-122"/>
            </a:endParaRPr>
          </a:p>
        </p:txBody>
      </p:sp>
      <p:graphicFrame>
        <p:nvGraphicFramePr>
          <p:cNvPr id="612359" name="Object 7"/>
          <p:cNvGraphicFramePr>
            <a:graphicFrameLocks noChangeAspect="1"/>
          </p:cNvGraphicFramePr>
          <p:nvPr/>
        </p:nvGraphicFramePr>
        <p:xfrm>
          <a:off x="2771775" y="3357563"/>
          <a:ext cx="3871913" cy="1331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2" name="Equation" r:id="rId5" imgW="1476375" imgH="462280" progId="Equation.DSMT4">
                  <p:embed/>
                </p:oleObj>
              </mc:Choice>
              <mc:Fallback>
                <p:oleObj name="Equation" r:id="rId5" imgW="1476375" imgH="4622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357563"/>
                        <a:ext cx="3871913" cy="1331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2360" name="Group 8"/>
          <p:cNvGrpSpPr/>
          <p:nvPr/>
        </p:nvGrpSpPr>
        <p:grpSpPr bwMode="auto">
          <a:xfrm>
            <a:off x="833438" y="4508500"/>
            <a:ext cx="2982912" cy="603250"/>
            <a:chOff x="525" y="3163"/>
            <a:chExt cx="1879" cy="380"/>
          </a:xfrm>
        </p:grpSpPr>
        <p:graphicFrame>
          <p:nvGraphicFramePr>
            <p:cNvPr id="44041" name="Object 9"/>
            <p:cNvGraphicFramePr>
              <a:graphicFrameLocks noChangeAspect="1"/>
            </p:cNvGraphicFramePr>
            <p:nvPr/>
          </p:nvGraphicFramePr>
          <p:xfrm>
            <a:off x="845" y="3163"/>
            <a:ext cx="1559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163" name="公式" r:id="rId7" imgW="914400" imgH="163830" progId="Equation.3">
                    <p:embed/>
                  </p:oleObj>
                </mc:Choice>
                <mc:Fallback>
                  <p:oleObj name="公式" r:id="rId7" imgW="914400" imgH="16383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5" y="3163"/>
                          <a:ext cx="1559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42" name="Text Box 10"/>
            <p:cNvSpPr txBox="1">
              <a:spLocks noChangeArrowheads="1"/>
            </p:cNvSpPr>
            <p:nvPr/>
          </p:nvSpPr>
          <p:spPr bwMode="auto">
            <a:xfrm>
              <a:off x="525" y="318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latin typeface="宋体" panose="02010600030101010101" pitchFamily="2" charset="-122"/>
                </a:rPr>
                <a:t>即</a:t>
              </a:r>
              <a:endParaRPr lang="zh-CN" altLang="en-US" sz="2800" b="1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612363" name="Object 11"/>
          <p:cNvGraphicFramePr>
            <a:graphicFrameLocks noChangeAspect="1"/>
          </p:cNvGraphicFramePr>
          <p:nvPr/>
        </p:nvGraphicFramePr>
        <p:xfrm>
          <a:off x="1692275" y="1268413"/>
          <a:ext cx="2894013" cy="1335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64" name="公式" r:id="rId9" imgW="1155700" imgH="533400" progId="Equation.3">
                  <p:embed/>
                </p:oleObj>
              </mc:Choice>
              <mc:Fallback>
                <p:oleObj name="公式" r:id="rId9" imgW="1155700" imgH="5334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268413"/>
                        <a:ext cx="2894013" cy="1335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2364" name="Text Box 12"/>
          <p:cNvSpPr txBox="1">
            <a:spLocks noChangeArrowheads="1"/>
          </p:cNvSpPr>
          <p:nvPr/>
        </p:nvSpPr>
        <p:spPr bwMode="auto">
          <a:xfrm>
            <a:off x="684213" y="5157788"/>
            <a:ext cx="82089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隶书" panose="02010509060101010101" pitchFamily="49" charset="-122"/>
              </a:rPr>
              <a:t>故二维正态分布的两个边际分布都是一维正态分布，这是一个重要的结论。</a:t>
            </a:r>
            <a:endParaRPr lang="zh-CN" altLang="en-US" sz="2800" b="1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235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2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1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1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8" grpId="0" autoUpdateAnimBg="0" build="p"/>
      <p:bldP spid="612364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100138"/>
            <a:ext cx="2438400" cy="457200"/>
          </a:xfrm>
        </p:spPr>
        <p:txBody>
          <a:bodyPr/>
          <a:lstStyle/>
          <a:p>
            <a:pPr eaLnBrk="1" hangingPunct="1"/>
            <a:r>
              <a:rPr lang="zh-CN" altLang="en-US" sz="2400">
                <a:solidFill>
                  <a:srgbClr val="33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 论 （一）</a:t>
            </a:r>
            <a:endParaRPr lang="zh-CN" altLang="en-US" sz="2400">
              <a:solidFill>
                <a:srgbClr val="3366FF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graphicFrame>
        <p:nvGraphicFramePr>
          <p:cNvPr id="61337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758825" y="1628775"/>
          <a:ext cx="7315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0" name="公式" r:id="rId1" imgW="2362200" imgH="190500" progId="Equation.3">
                  <p:embed/>
                </p:oleObj>
              </mc:Choice>
              <mc:Fallback>
                <p:oleObj name="公式" r:id="rId1" imgW="2362200" imgH="190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1628775"/>
                        <a:ext cx="73152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3380" name="Rectangle 4"/>
          <p:cNvSpPr>
            <a:spLocks noChangeArrowheads="1"/>
          </p:cNvSpPr>
          <p:nvPr/>
        </p:nvSpPr>
        <p:spPr bwMode="auto">
          <a:xfrm>
            <a:off x="757238" y="4148138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33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 论 （二）</a:t>
            </a:r>
            <a:endParaRPr lang="zh-CN" altLang="en-US" b="1">
              <a:solidFill>
                <a:srgbClr val="3366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613381" name="Object 5"/>
          <p:cNvGraphicFramePr>
            <a:graphicFrameLocks noChangeAspect="1"/>
          </p:cNvGraphicFramePr>
          <p:nvPr/>
        </p:nvGraphicFramePr>
        <p:xfrm>
          <a:off x="684213" y="4830763"/>
          <a:ext cx="8280400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1" name="公式" r:id="rId3" imgW="2933700" imgH="457200" progId="Equation.3">
                  <p:embed/>
                </p:oleObj>
              </mc:Choice>
              <mc:Fallback>
                <p:oleObj name="公式" r:id="rId3" imgW="29337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830763"/>
                        <a:ext cx="8280400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3382" name="Object 6"/>
          <p:cNvGraphicFramePr>
            <a:graphicFrameLocks noChangeAspect="1"/>
          </p:cNvGraphicFramePr>
          <p:nvPr/>
        </p:nvGraphicFramePr>
        <p:xfrm>
          <a:off x="782638" y="2424113"/>
          <a:ext cx="775335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2" name="公式" r:id="rId5" imgW="2971800" imgH="154305" progId="Equation.3">
                  <p:embed/>
                </p:oleObj>
              </mc:Choice>
              <mc:Fallback>
                <p:oleObj name="公式" r:id="rId5" imgW="2971800" imgH="1543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2424113"/>
                        <a:ext cx="7753350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3383" name="Object 7"/>
          <p:cNvGraphicFramePr>
            <a:graphicFrameLocks noChangeAspect="1"/>
          </p:cNvGraphicFramePr>
          <p:nvPr/>
        </p:nvGraphicFramePr>
        <p:xfrm>
          <a:off x="1550988" y="3284538"/>
          <a:ext cx="618966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3" name="公式" r:id="rId7" imgW="2257425" imgH="154305" progId="Equation.3">
                  <p:embed/>
                </p:oleObj>
              </mc:Choice>
              <mc:Fallback>
                <p:oleObj name="公式" r:id="rId7" imgW="2257425" imgH="15430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3284538"/>
                        <a:ext cx="6189662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987425" y="315913"/>
          <a:ext cx="72564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84" name="公式" r:id="rId9" imgW="2295525" imgH="125095" progId="Equation.3">
                  <p:embed/>
                </p:oleObj>
              </mc:Choice>
              <mc:Fallback>
                <p:oleObj name="公式" r:id="rId9" imgW="2295525" imgH="12509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7425" y="315913"/>
                        <a:ext cx="72564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6133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80" grpId="0" bldLvl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auto">
          <a:xfrm>
            <a:off x="611188" y="476250"/>
            <a:ext cx="236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3366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结 论 （三）</a:t>
            </a:r>
            <a:endParaRPr lang="zh-CN" altLang="en-US" b="1">
              <a:solidFill>
                <a:srgbClr val="3366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614403" name="Object 3"/>
          <p:cNvGraphicFramePr>
            <a:graphicFrameLocks noChangeAspect="1"/>
          </p:cNvGraphicFramePr>
          <p:nvPr/>
        </p:nvGraphicFramePr>
        <p:xfrm>
          <a:off x="684213" y="1371600"/>
          <a:ext cx="3671887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8" name="公式" r:id="rId1" imgW="1562100" imgH="203200" progId="Equation.3">
                  <p:embed/>
                </p:oleObj>
              </mc:Choice>
              <mc:Fallback>
                <p:oleObj name="公式" r:id="rId1" imgW="1562100" imgH="203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1371600"/>
                        <a:ext cx="3671887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4" name="Object 4"/>
          <p:cNvGraphicFramePr>
            <a:graphicFrameLocks noChangeAspect="1"/>
          </p:cNvGraphicFramePr>
          <p:nvPr/>
        </p:nvGraphicFramePr>
        <p:xfrm>
          <a:off x="827088" y="1989138"/>
          <a:ext cx="462756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9" name="Equation" r:id="rId3" imgW="2324100" imgH="163830" progId="Equation.DSMT4">
                  <p:embed/>
                </p:oleObj>
              </mc:Choice>
              <mc:Fallback>
                <p:oleObj name="Equation" r:id="rId3" imgW="2324100" imgH="16383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89138"/>
                        <a:ext cx="462756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5" name="Object 5"/>
          <p:cNvGraphicFramePr>
            <a:graphicFrameLocks noChangeAspect="1"/>
          </p:cNvGraphicFramePr>
          <p:nvPr/>
        </p:nvGraphicFramePr>
        <p:xfrm>
          <a:off x="684213" y="3789363"/>
          <a:ext cx="65436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0" name="公式" r:id="rId5" imgW="2847975" imgH="144145" progId="Equation.3">
                  <p:embed/>
                </p:oleObj>
              </mc:Choice>
              <mc:Fallback>
                <p:oleObj name="公式" r:id="rId5" imgW="2847975" imgH="1441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789363"/>
                        <a:ext cx="65436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6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684213" y="2781300"/>
          <a:ext cx="80645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1" name="公式" r:id="rId7" imgW="4127500" imgH="241300" progId="Equation.3">
                  <p:embed/>
                </p:oleObj>
              </mc:Choice>
              <mc:Fallback>
                <p:oleObj name="公式" r:id="rId7" imgW="4127500" imgH="2413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81300"/>
                        <a:ext cx="80645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07" name="Object 7"/>
          <p:cNvGraphicFramePr>
            <a:graphicFrameLocks noChangeAspect="1"/>
          </p:cNvGraphicFramePr>
          <p:nvPr/>
        </p:nvGraphicFramePr>
        <p:xfrm>
          <a:off x="1116013" y="4581525"/>
          <a:ext cx="65532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2" name="公式" r:id="rId9" imgW="2705100" imgH="215900" progId="Equation.3">
                  <p:embed/>
                </p:oleObj>
              </mc:Choice>
              <mc:Fallback>
                <p:oleObj name="公式" r:id="rId9" imgW="27051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581525"/>
                        <a:ext cx="65532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>
            <a:spLocks noChangeArrowheads="1"/>
          </p:cNvSpPr>
          <p:nvPr/>
        </p:nvSpPr>
        <p:spPr bwMode="auto">
          <a:xfrm>
            <a:off x="2051050" y="5300663"/>
            <a:ext cx="45370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zh-CN" altLang="zh-CN" sz="2800" b="1"/>
          </a:p>
        </p:txBody>
      </p:sp>
      <p:graphicFrame>
        <p:nvGraphicFramePr>
          <p:cNvPr id="614409" name="Object 9"/>
          <p:cNvGraphicFramePr>
            <a:graphicFrameLocks noChangeAspect="1"/>
          </p:cNvGraphicFramePr>
          <p:nvPr/>
        </p:nvGraphicFramePr>
        <p:xfrm>
          <a:off x="611188" y="5445125"/>
          <a:ext cx="8316912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3" name="公式" r:id="rId11" imgW="3810000" imgH="215900" progId="Equation.3">
                  <p:embed/>
                </p:oleObj>
              </mc:Choice>
              <mc:Fallback>
                <p:oleObj name="公式" r:id="rId11" imgW="3810000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45125"/>
                        <a:ext cx="8316912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4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4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ChangeArrowheads="1"/>
          </p:cNvSpPr>
          <p:nvPr/>
        </p:nvSpPr>
        <p:spPr bwMode="auto">
          <a:xfrm>
            <a:off x="755650" y="30956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例 </a:t>
            </a:r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en-US" altLang="zh-CN" sz="2800" b="1">
                <a:solidFill>
                  <a:srgbClr val="CCFFFF"/>
                </a:solidFill>
              </a:rPr>
              <a:t>  </a:t>
            </a:r>
            <a:r>
              <a:rPr lang="zh-CN" altLang="en-US" sz="2800" b="1"/>
              <a:t>二维随机变量的密度函数为</a:t>
            </a:r>
            <a:endParaRPr lang="zh-CN" altLang="en-US" sz="2800" b="1"/>
          </a:p>
        </p:txBody>
      </p:sp>
      <p:graphicFrame>
        <p:nvGraphicFramePr>
          <p:cNvPr id="539651" name="Object 3"/>
          <p:cNvGraphicFramePr>
            <a:graphicFrameLocks noChangeAspect="1"/>
          </p:cNvGraphicFramePr>
          <p:nvPr/>
        </p:nvGraphicFramePr>
        <p:xfrm>
          <a:off x="1763713" y="2852738"/>
          <a:ext cx="3441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6" name="Equation" r:id="rId1" imgW="3362325" imgH="625475" progId="Equation.DSMT4">
                  <p:embed/>
                </p:oleObj>
              </mc:Choice>
              <mc:Fallback>
                <p:oleObj name="Equation" r:id="rId1" imgW="3362325" imgH="62547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852738"/>
                        <a:ext cx="3441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52" name="Rectangle 4"/>
          <p:cNvSpPr>
            <a:spLocks noChangeArrowheads="1"/>
          </p:cNvSpPr>
          <p:nvPr/>
        </p:nvSpPr>
        <p:spPr bwMode="auto">
          <a:xfrm>
            <a:off x="755650" y="2801938"/>
            <a:ext cx="541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chemeClr val="accent2"/>
                </a:solidFill>
              </a:rPr>
              <a:t>解</a:t>
            </a:r>
            <a:endParaRPr lang="zh-CN" altLang="en-US" sz="2800" b="1">
              <a:solidFill>
                <a:schemeClr val="accent2"/>
              </a:solidFill>
            </a:endParaRPr>
          </a:p>
        </p:txBody>
      </p:sp>
      <p:sp>
        <p:nvSpPr>
          <p:cNvPr id="539658" name="Rectangle 10"/>
          <p:cNvSpPr>
            <a:spLocks noChangeArrowheads="1"/>
          </p:cNvSpPr>
          <p:nvPr/>
        </p:nvSpPr>
        <p:spPr bwMode="auto">
          <a:xfrm>
            <a:off x="1476375" y="2009775"/>
            <a:ext cx="2711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试求边缘概率密度</a:t>
            </a:r>
            <a:r>
              <a:rPr lang="en-US" altLang="zh-CN" b="1"/>
              <a:t>.</a:t>
            </a:r>
            <a:endParaRPr lang="en-US" altLang="zh-CN" b="1"/>
          </a:p>
        </p:txBody>
      </p:sp>
      <p:graphicFrame>
        <p:nvGraphicFramePr>
          <p:cNvPr id="504834" name="Object 2"/>
          <p:cNvGraphicFramePr>
            <a:graphicFrameLocks noChangeAspect="1"/>
          </p:cNvGraphicFramePr>
          <p:nvPr/>
        </p:nvGraphicFramePr>
        <p:xfrm>
          <a:off x="1763713" y="692150"/>
          <a:ext cx="55499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7" name="Equation" r:id="rId3" imgW="2857500" imgH="482600" progId="Equation.DSMT4">
                  <p:embed/>
                </p:oleObj>
              </mc:Choice>
              <mc:Fallback>
                <p:oleObj name="Equation" r:id="rId3" imgW="28575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92150"/>
                        <a:ext cx="55499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60" name="Object 12"/>
          <p:cNvGraphicFramePr>
            <a:graphicFrameLocks noChangeAspect="1"/>
          </p:cNvGraphicFramePr>
          <p:nvPr/>
        </p:nvGraphicFramePr>
        <p:xfrm>
          <a:off x="1835150" y="1628775"/>
          <a:ext cx="182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8" name="Equation" r:id="rId5" imgW="1752600" imgH="240665" progId="Equation.DSMT4">
                  <p:embed/>
                </p:oleObj>
              </mc:Choice>
              <mc:Fallback>
                <p:oleObj name="Equation" r:id="rId5" imgW="1752600" imgH="24066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628775"/>
                        <a:ext cx="18288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9661" name="Object 13"/>
          <p:cNvGraphicFramePr>
            <a:graphicFrameLocks noChangeAspect="1"/>
          </p:cNvGraphicFramePr>
          <p:nvPr/>
        </p:nvGraphicFramePr>
        <p:xfrm>
          <a:off x="3851275" y="1651000"/>
          <a:ext cx="18161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9" name="Equation" r:id="rId7" imgW="1743075" imgH="240665" progId="Equation.DSMT4">
                  <p:embed/>
                </p:oleObj>
              </mc:Choice>
              <mc:Fallback>
                <p:oleObj name="Equation" r:id="rId7" imgW="1743075" imgH="24066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651000"/>
                        <a:ext cx="18161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5219700" y="2781300"/>
          <a:ext cx="320675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0" name="Equation" r:id="rId9" imgW="1562100" imgH="482600" progId="Equation.DSMT4">
                  <p:embed/>
                </p:oleObj>
              </mc:Choice>
              <mc:Fallback>
                <p:oleObj name="Equation" r:id="rId9" imgW="15621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781300"/>
                        <a:ext cx="320675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65" name="Rectangle 17"/>
          <p:cNvSpPr>
            <a:spLocks noChangeArrowheads="1"/>
          </p:cNvSpPr>
          <p:nvPr/>
        </p:nvSpPr>
        <p:spPr bwMode="auto">
          <a:xfrm>
            <a:off x="387350" y="4941888"/>
            <a:ext cx="8756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/>
              <a:t>边缘分布都是正态分布，但联合分布不是二维正态分布</a:t>
            </a:r>
            <a:endParaRPr lang="zh-CN" altLang="en-US" sz="2800" b="1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1908175" y="3644900"/>
          <a:ext cx="4041775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61" name="Equation" r:id="rId11" imgW="1968500" imgH="482600" progId="Equation.DSMT4">
                  <p:embed/>
                </p:oleObj>
              </mc:Choice>
              <mc:Fallback>
                <p:oleObj name="Equation" r:id="rId11" imgW="19685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644900"/>
                        <a:ext cx="4041775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68" name="Text Box 20"/>
          <p:cNvSpPr txBox="1">
            <a:spLocks noChangeArrowheads="1"/>
          </p:cNvSpPr>
          <p:nvPr/>
        </p:nvSpPr>
        <p:spPr bwMode="auto">
          <a:xfrm>
            <a:off x="2093913" y="5502275"/>
            <a:ext cx="5741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accent2"/>
                </a:solidFill>
              </a:rPr>
              <a:t>由边缘分布一般不能确定联合分布</a:t>
            </a:r>
            <a:r>
              <a:rPr lang="en-US" altLang="zh-CN" sz="2800" b="1">
                <a:solidFill>
                  <a:srgbClr val="00FF00"/>
                </a:solidFill>
              </a:rPr>
              <a:t>.</a:t>
            </a:r>
            <a:endParaRPr lang="en-US" altLang="zh-CN" sz="2800" b="1">
              <a:solidFill>
                <a:srgbClr val="FFFF99"/>
              </a:solidFill>
            </a:endParaRPr>
          </a:p>
        </p:txBody>
      </p:sp>
      <p:sp>
        <p:nvSpPr>
          <p:cNvPr id="539669" name="Text Box 21"/>
          <p:cNvSpPr txBox="1">
            <a:spLocks noChangeArrowheads="1"/>
          </p:cNvSpPr>
          <p:nvPr/>
        </p:nvSpPr>
        <p:spPr bwMode="auto">
          <a:xfrm>
            <a:off x="490538" y="5502275"/>
            <a:ext cx="1800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此例表明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9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3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53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52" grpId="0" bldLvl="0" animBg="1" autoUpdateAnimBg="0"/>
      <p:bldP spid="539658" grpId="0" bldLvl="0" animBg="1"/>
      <p:bldP spid="539665" grpId="0" bldLvl="0" animBg="1" autoUpdateAnimBg="0"/>
      <p:bldP spid="539668" grpId="0" bldLvl="0" animBg="1" autoUpdateAnimBg="0"/>
      <p:bldP spid="539669" grpId="0" bldLvl="0" animBg="1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755650" y="1989138"/>
            <a:ext cx="75612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400" b="1">
                <a:solidFill>
                  <a:schemeClr val="tx2"/>
                </a:solidFill>
              </a:rPr>
              <a:t>第四节  相互独立的随机变量</a:t>
            </a:r>
            <a:endParaRPr lang="zh-CN" altLang="en-US" sz="44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AutoShape 2"/>
          <p:cNvSpPr>
            <a:spLocks noChangeArrowheads="1"/>
          </p:cNvSpPr>
          <p:nvPr/>
        </p:nvSpPr>
        <p:spPr bwMode="auto">
          <a:xfrm>
            <a:off x="749300" y="4316413"/>
            <a:ext cx="7561263" cy="1193800"/>
          </a:xfrm>
          <a:prstGeom prst="wedgeRectCallout">
            <a:avLst>
              <a:gd name="adj1" fmla="val -27472"/>
              <a:gd name="adj2" fmla="val 86171"/>
            </a:avLst>
          </a:prstGeom>
          <a:solidFill>
            <a:schemeClr val="accent1">
              <a:alpha val="74901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两事件 </a:t>
            </a:r>
            <a:r>
              <a:rPr lang="en-US" altLang="zh-CN" sz="2800" b="1" i="1"/>
              <a:t>A </a:t>
            </a:r>
            <a:r>
              <a:rPr lang="en-US" altLang="zh-CN" sz="2800" b="1"/>
              <a:t>, </a:t>
            </a:r>
            <a:r>
              <a:rPr lang="en-US" altLang="zh-CN" sz="2800" b="1" i="1"/>
              <a:t>B </a:t>
            </a:r>
            <a:r>
              <a:rPr lang="zh-CN" altLang="en-US" sz="2800" b="1"/>
              <a:t>独立的定义是：若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AB</a:t>
            </a:r>
            <a:r>
              <a:rPr lang="en-US" altLang="zh-CN" sz="2800" b="1"/>
              <a:t>)=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A</a:t>
            </a:r>
            <a:r>
              <a:rPr lang="en-US" altLang="zh-CN" sz="2800" b="1"/>
              <a:t>)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B</a:t>
            </a:r>
            <a:r>
              <a:rPr lang="en-US" altLang="zh-CN" sz="2800" b="1"/>
              <a:t>)</a:t>
            </a:r>
            <a:endParaRPr lang="en-US" altLang="zh-CN" sz="2800" b="1"/>
          </a:p>
          <a:p>
            <a:pPr eaLnBrk="1" hangingPunct="1">
              <a:lnSpc>
                <a:spcPct val="125000"/>
              </a:lnSpc>
            </a:pPr>
            <a:r>
              <a:rPr lang="zh-CN" altLang="en-US" sz="2800" b="1"/>
              <a:t>则称事件 </a:t>
            </a:r>
            <a:r>
              <a:rPr lang="en-US" altLang="zh-CN" sz="2800" b="1" i="1"/>
              <a:t>A </a:t>
            </a:r>
            <a:r>
              <a:rPr lang="en-US" altLang="zh-CN" sz="2800" b="1"/>
              <a:t>, </a:t>
            </a:r>
            <a:r>
              <a:rPr lang="en-US" altLang="zh-CN" sz="2800" b="1" i="1"/>
              <a:t>B </a:t>
            </a:r>
            <a:r>
              <a:rPr lang="zh-CN" altLang="en-US" sz="2800" b="1"/>
              <a:t>独立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grpSp>
        <p:nvGrpSpPr>
          <p:cNvPr id="348163" name="Group 3"/>
          <p:cNvGrpSpPr/>
          <p:nvPr/>
        </p:nvGrpSpPr>
        <p:grpSpPr bwMode="auto">
          <a:xfrm>
            <a:off x="388938" y="1550988"/>
            <a:ext cx="7920037" cy="2362200"/>
            <a:chOff x="204" y="1160"/>
            <a:chExt cx="4989" cy="1488"/>
          </a:xfrm>
        </p:grpSpPr>
        <p:sp>
          <p:nvSpPr>
            <p:cNvPr id="49157" name="Rectangle 4"/>
            <p:cNvSpPr>
              <a:spLocks noChangeArrowheads="1"/>
            </p:cNvSpPr>
            <p:nvPr/>
          </p:nvSpPr>
          <p:spPr bwMode="auto">
            <a:xfrm>
              <a:off x="672" y="1160"/>
              <a:ext cx="4512" cy="1488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9158" name="Rectangle 5"/>
            <p:cNvSpPr>
              <a:spLocks noChangeArrowheads="1"/>
            </p:cNvSpPr>
            <p:nvPr/>
          </p:nvSpPr>
          <p:spPr bwMode="auto">
            <a:xfrm>
              <a:off x="839" y="1289"/>
              <a:ext cx="3708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设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zh-CN" altLang="en-US" sz="2800" b="1">
                  <a:solidFill>
                    <a:srgbClr val="FFFF66"/>
                  </a:solidFill>
                </a:rPr>
                <a:t>是两个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r.v</a:t>
              </a:r>
              <a:r>
                <a:rPr lang="zh-CN" altLang="en-US" sz="2800" b="1">
                  <a:solidFill>
                    <a:srgbClr val="FFFF66"/>
                  </a:solidFill>
                </a:rPr>
                <a:t>，若对任意的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有</a:t>
              </a:r>
              <a:endParaRPr lang="zh-CN" altLang="en-US" sz="2800" b="1">
                <a:solidFill>
                  <a:srgbClr val="FFFF66"/>
                </a:solidFill>
              </a:endParaRPr>
            </a:p>
          </p:txBody>
        </p:sp>
        <p:graphicFrame>
          <p:nvGraphicFramePr>
            <p:cNvPr id="49159" name="Object 6"/>
            <p:cNvGraphicFramePr>
              <a:graphicFrameLocks noChangeAspect="1"/>
            </p:cNvGraphicFramePr>
            <p:nvPr/>
          </p:nvGraphicFramePr>
          <p:xfrm>
            <a:off x="1085" y="1706"/>
            <a:ext cx="410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4" name="公式" r:id="rId1" imgW="2247900" imgH="125095" progId="Equation.3">
                    <p:embed/>
                  </p:oleObj>
                </mc:Choice>
                <mc:Fallback>
                  <p:oleObj name="公式" r:id="rId1" imgW="2247900" imgH="12509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5" y="1706"/>
                          <a:ext cx="4108" cy="358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60" name="Rectangle 7"/>
            <p:cNvSpPr>
              <a:spLocks noChangeArrowheads="1"/>
            </p:cNvSpPr>
            <p:nvPr/>
          </p:nvSpPr>
          <p:spPr bwMode="auto">
            <a:xfrm>
              <a:off x="204" y="2160"/>
              <a:ext cx="2425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FFFF66"/>
                  </a:solidFill>
                </a:rPr>
                <a:t>  </a:t>
              </a:r>
              <a:r>
                <a:rPr lang="zh-CN" altLang="en-US" sz="2800" b="1">
                  <a:solidFill>
                    <a:srgbClr val="FFFF66"/>
                  </a:solidFill>
                </a:rPr>
                <a:t>则称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 </a:t>
              </a:r>
              <a:r>
                <a:rPr lang="zh-CN" altLang="en-US" sz="2800" b="1">
                  <a:solidFill>
                    <a:srgbClr val="FFFF66"/>
                  </a:solidFill>
                </a:rPr>
                <a:t>和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 </a:t>
              </a:r>
              <a:r>
                <a:rPr lang="zh-CN" altLang="zh-CN" sz="2800" b="1">
                  <a:solidFill>
                    <a:srgbClr val="FFFF66"/>
                  </a:solidFill>
                </a:rPr>
                <a:t>相互</a:t>
              </a:r>
              <a:r>
                <a:rPr lang="zh-CN" altLang="en-US" sz="2800" b="1">
                  <a:solidFill>
                    <a:srgbClr val="FFFF66"/>
                  </a:solidFill>
                </a:rPr>
                <a:t>独立</a:t>
              </a:r>
              <a:r>
                <a:rPr lang="zh-CN" altLang="en-US" sz="2800" b="1"/>
                <a:t> 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</p:grpSp>
      <p:sp>
        <p:nvSpPr>
          <p:cNvPr id="49156" name="Text Box 8"/>
          <p:cNvSpPr txBox="1">
            <a:spLocks noChangeArrowheads="1"/>
          </p:cNvSpPr>
          <p:nvPr/>
        </p:nvSpPr>
        <p:spPr bwMode="auto">
          <a:xfrm>
            <a:off x="533400" y="685800"/>
            <a:ext cx="6337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3200" b="1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一、随机变量相互独立的定义</a:t>
            </a:r>
            <a:endParaRPr kumimoji="0" lang="zh-CN" altLang="en-US" sz="3200" b="1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62" grpId="0" bldLvl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186" name="Group 2"/>
          <p:cNvGrpSpPr/>
          <p:nvPr/>
        </p:nvGrpSpPr>
        <p:grpSpPr bwMode="auto">
          <a:xfrm>
            <a:off x="611188" y="908050"/>
            <a:ext cx="8001000" cy="3124200"/>
            <a:chOff x="480" y="432"/>
            <a:chExt cx="5040" cy="1968"/>
          </a:xfrm>
        </p:grpSpPr>
        <p:sp>
          <p:nvSpPr>
            <p:cNvPr id="50180" name="AutoShape 3"/>
            <p:cNvSpPr>
              <a:spLocks noChangeArrowheads="1"/>
            </p:cNvSpPr>
            <p:nvPr/>
          </p:nvSpPr>
          <p:spPr bwMode="auto">
            <a:xfrm>
              <a:off x="480" y="432"/>
              <a:ext cx="5040" cy="1968"/>
            </a:xfrm>
            <a:prstGeom prst="wedgeRectCallout">
              <a:avLst>
                <a:gd name="adj1" fmla="val -30972"/>
                <a:gd name="adj2" fmla="val 50102"/>
              </a:avLst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graphicFrame>
          <p:nvGraphicFramePr>
            <p:cNvPr id="50181" name="Object 4"/>
            <p:cNvGraphicFramePr>
              <a:graphicFrameLocks noChangeAspect="1"/>
            </p:cNvGraphicFramePr>
            <p:nvPr/>
          </p:nvGraphicFramePr>
          <p:xfrm>
            <a:off x="1301" y="1477"/>
            <a:ext cx="255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208" name="公式" r:id="rId1" imgW="1371600" imgH="144145" progId="Equation.3">
                    <p:embed/>
                  </p:oleObj>
                </mc:Choice>
                <mc:Fallback>
                  <p:oleObj name="公式" r:id="rId1" imgW="1371600" imgH="14414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1" y="1477"/>
                          <a:ext cx="2559" cy="381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2" name="Rectangle 5"/>
            <p:cNvSpPr>
              <a:spLocks noChangeArrowheads="1"/>
            </p:cNvSpPr>
            <p:nvPr/>
          </p:nvSpPr>
          <p:spPr bwMode="auto">
            <a:xfrm>
              <a:off x="1104" y="558"/>
              <a:ext cx="1972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用分布函数表示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即</a:t>
              </a:r>
              <a:endParaRPr lang="zh-CN" altLang="en-US" sz="2800" b="1">
                <a:solidFill>
                  <a:srgbClr val="FFFF66"/>
                </a:solidFill>
              </a:endParaRPr>
            </a:p>
          </p:txBody>
        </p:sp>
        <p:sp>
          <p:nvSpPr>
            <p:cNvPr id="50183" name="Rectangle 6"/>
            <p:cNvSpPr>
              <a:spLocks noChangeArrowheads="1"/>
            </p:cNvSpPr>
            <p:nvPr/>
          </p:nvSpPr>
          <p:spPr bwMode="auto">
            <a:xfrm>
              <a:off x="528" y="1056"/>
              <a:ext cx="4896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   </a:t>
              </a:r>
              <a:r>
                <a:rPr lang="zh-CN" altLang="en-US" sz="2800" b="1">
                  <a:solidFill>
                    <a:srgbClr val="FFFF66"/>
                  </a:solidFill>
                </a:rPr>
                <a:t>设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zh-CN" altLang="en-US" sz="2800" b="1">
                  <a:solidFill>
                    <a:srgbClr val="FFFF66"/>
                  </a:solidFill>
                </a:rPr>
                <a:t>是两个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r.v.</a:t>
              </a:r>
              <a:r>
                <a:rPr lang="zh-CN" altLang="en-US" sz="2800" b="1">
                  <a:solidFill>
                    <a:srgbClr val="FFFF66"/>
                  </a:solidFill>
                </a:rPr>
                <a:t>，若对任意的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</a:t>
              </a:r>
              <a:r>
                <a:rPr lang="en-US" altLang="zh-CN" sz="2800" b="1">
                  <a:solidFill>
                    <a:srgbClr val="FFFF66"/>
                  </a:solidFill>
                </a:rPr>
                <a:t>,</a:t>
              </a:r>
              <a:r>
                <a:rPr lang="zh-CN" altLang="en-US" sz="2800" b="1">
                  <a:solidFill>
                    <a:srgbClr val="FFFF66"/>
                  </a:solidFill>
                </a:rPr>
                <a:t>有</a:t>
              </a:r>
              <a:endParaRPr lang="zh-CN" altLang="en-US" sz="2800" b="1">
                <a:solidFill>
                  <a:srgbClr val="FFFF66"/>
                </a:solidFill>
              </a:endParaRPr>
            </a:p>
          </p:txBody>
        </p:sp>
        <p:sp>
          <p:nvSpPr>
            <p:cNvPr id="50184" name="Rectangle 7"/>
            <p:cNvSpPr>
              <a:spLocks noChangeArrowheads="1"/>
            </p:cNvSpPr>
            <p:nvPr/>
          </p:nvSpPr>
          <p:spPr bwMode="auto">
            <a:xfrm>
              <a:off x="912" y="1950"/>
              <a:ext cx="2313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rgbClr val="FFFF66"/>
                  </a:solidFill>
                </a:rPr>
                <a:t>则称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X </a:t>
              </a:r>
              <a:r>
                <a:rPr lang="zh-CN" altLang="en-US" sz="2800" b="1">
                  <a:solidFill>
                    <a:srgbClr val="FFFF66"/>
                  </a:solidFill>
                </a:rPr>
                <a:t>和 </a:t>
              </a:r>
              <a:r>
                <a:rPr lang="en-US" altLang="zh-CN" sz="2800" b="1" i="1">
                  <a:solidFill>
                    <a:srgbClr val="FFFF66"/>
                  </a:solidFill>
                </a:rPr>
                <a:t>Y </a:t>
              </a:r>
              <a:r>
                <a:rPr lang="zh-CN" altLang="zh-CN" sz="2800" b="1">
                  <a:solidFill>
                    <a:srgbClr val="FFFF66"/>
                  </a:solidFill>
                </a:rPr>
                <a:t>相互</a:t>
              </a:r>
              <a:r>
                <a:rPr lang="zh-CN" altLang="en-US" sz="2800" b="1">
                  <a:solidFill>
                    <a:srgbClr val="FFFF66"/>
                  </a:solidFill>
                </a:rPr>
                <a:t>独立</a:t>
              </a:r>
              <a:r>
                <a:rPr lang="zh-CN" altLang="en-US" sz="2800" b="1"/>
                <a:t> 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</p:grpSp>
      <p:sp>
        <p:nvSpPr>
          <p:cNvPr id="349192" name="Rectangle 8"/>
          <p:cNvSpPr>
            <a:spLocks noChangeArrowheads="1"/>
          </p:cNvSpPr>
          <p:nvPr/>
        </p:nvSpPr>
        <p:spPr bwMode="auto">
          <a:xfrm>
            <a:off x="523875" y="4038600"/>
            <a:ext cx="8367713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800" b="1">
                <a:solidFill>
                  <a:schemeClr val="accent2"/>
                </a:solidFill>
              </a:rPr>
              <a:t>       </a:t>
            </a:r>
            <a:r>
              <a:rPr lang="zh-CN" altLang="en-US" sz="2800" b="1"/>
              <a:t>它表明，两个</a:t>
            </a:r>
            <a:r>
              <a:rPr lang="en-US" altLang="zh-CN" sz="2800" b="1" i="1"/>
              <a:t>r.v</a:t>
            </a:r>
            <a:r>
              <a:rPr lang="zh-CN" altLang="zh-CN" sz="2800" b="1"/>
              <a:t>相互</a:t>
            </a:r>
            <a:r>
              <a:rPr lang="zh-CN" altLang="en-US" sz="2800" b="1"/>
              <a:t>独立时，它们的联合分布函</a:t>
            </a:r>
            <a:endParaRPr lang="zh-CN" altLang="en-US" sz="2800" b="1"/>
          </a:p>
          <a:p>
            <a:pPr eaLnBrk="1" hangingPunct="1">
              <a:lnSpc>
                <a:spcPct val="130000"/>
              </a:lnSpc>
            </a:pPr>
            <a:r>
              <a:rPr lang="zh-CN" altLang="en-US" sz="2800" b="1"/>
              <a:t>数等于两个边缘分布函数的乘积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2" grpId="0" bldLvl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210" name="Group 2"/>
          <p:cNvGrpSpPr/>
          <p:nvPr/>
        </p:nvGrpSpPr>
        <p:grpSpPr bwMode="auto">
          <a:xfrm>
            <a:off x="531813" y="3571875"/>
            <a:ext cx="5718175" cy="590550"/>
            <a:chOff x="660" y="1950"/>
            <a:chExt cx="3602" cy="372"/>
          </a:xfrm>
        </p:grpSpPr>
        <p:graphicFrame>
          <p:nvGraphicFramePr>
            <p:cNvPr id="51213" name="Object 3"/>
            <p:cNvGraphicFramePr>
              <a:graphicFrameLocks noChangeAspect="1"/>
            </p:cNvGraphicFramePr>
            <p:nvPr/>
          </p:nvGraphicFramePr>
          <p:xfrm>
            <a:off x="1235" y="1963"/>
            <a:ext cx="898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5" name="公式" r:id="rId1" imgW="428625" imgH="125095" progId="Equation.3">
                    <p:embed/>
                  </p:oleObj>
                </mc:Choice>
                <mc:Fallback>
                  <p:oleObj name="公式" r:id="rId1" imgW="428625" imgH="125095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" y="1963"/>
                          <a:ext cx="898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4" name="Rectangle 4"/>
            <p:cNvSpPr>
              <a:spLocks noChangeArrowheads="1"/>
            </p:cNvSpPr>
            <p:nvPr/>
          </p:nvSpPr>
          <p:spPr bwMode="auto">
            <a:xfrm>
              <a:off x="660" y="1953"/>
              <a:ext cx="5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其中</a:t>
              </a:r>
              <a:endParaRPr lang="zh-CN" altLang="en-US" sz="2800" b="1"/>
            </a:p>
          </p:txBody>
        </p:sp>
        <p:sp>
          <p:nvSpPr>
            <p:cNvPr id="51215" name="Rectangle 5"/>
            <p:cNvSpPr>
              <a:spLocks noChangeArrowheads="1"/>
            </p:cNvSpPr>
            <p:nvPr/>
          </p:nvSpPr>
          <p:spPr bwMode="auto">
            <a:xfrm>
              <a:off x="2060" y="1950"/>
              <a:ext cx="22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是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的联合密度，</a:t>
              </a:r>
              <a:endParaRPr lang="zh-CN" altLang="en-US" sz="2800" b="1"/>
            </a:p>
          </p:txBody>
        </p:sp>
      </p:grpSp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2124075" y="2276475"/>
          <a:ext cx="3992563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6" name="公式" r:id="rId3" imgW="1343025" imgH="144145" progId="Equation.3">
                  <p:embed/>
                </p:oleObj>
              </mc:Choice>
              <mc:Fallback>
                <p:oleObj name="公式" r:id="rId3" imgW="1343025" imgH="14414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276475"/>
                        <a:ext cx="3992563" cy="60483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5" name="Rectangle 7"/>
          <p:cNvSpPr>
            <a:spLocks noChangeArrowheads="1"/>
          </p:cNvSpPr>
          <p:nvPr/>
        </p:nvSpPr>
        <p:spPr bwMode="auto">
          <a:xfrm>
            <a:off x="315913" y="2963863"/>
            <a:ext cx="741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</a:t>
            </a:r>
            <a:r>
              <a:rPr lang="zh-CN" altLang="en-US" sz="2800" b="1"/>
              <a:t>（即几乎处处成立），则称 </a:t>
            </a:r>
            <a:r>
              <a:rPr lang="en-US" altLang="zh-CN" sz="2800" b="1" i="1">
                <a:solidFill>
                  <a:schemeClr val="accent2"/>
                </a:solidFill>
              </a:rPr>
              <a:t>X </a:t>
            </a:r>
            <a:r>
              <a:rPr lang="zh-CN" altLang="en-US" sz="2800" b="1">
                <a:solidFill>
                  <a:schemeClr val="accent2"/>
                </a:solidFill>
              </a:rPr>
              <a:t>和 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相互</a:t>
            </a:r>
            <a:r>
              <a:rPr lang="zh-CN" altLang="en-US" sz="2800" b="1">
                <a:solidFill>
                  <a:schemeClr val="accent2"/>
                </a:solidFill>
              </a:rPr>
              <a:t>独立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350216" name="Rectangle 8"/>
          <p:cNvSpPr>
            <a:spLocks noChangeArrowheads="1"/>
          </p:cNvSpPr>
          <p:nvPr/>
        </p:nvSpPr>
        <p:spPr bwMode="auto">
          <a:xfrm>
            <a:off x="1360488" y="1562100"/>
            <a:ext cx="35547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对几乎所有的 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,  </a:t>
            </a:r>
            <a:r>
              <a:rPr lang="zh-CN" altLang="en-US" sz="2800" b="1"/>
              <a:t>有</a:t>
            </a:r>
            <a:endParaRPr lang="zh-CN" altLang="en-US" sz="2800" b="1"/>
          </a:p>
        </p:txBody>
      </p:sp>
      <p:sp>
        <p:nvSpPr>
          <p:cNvPr id="350217" name="Rectangle 9"/>
          <p:cNvSpPr>
            <a:spLocks noChangeArrowheads="1"/>
          </p:cNvSpPr>
          <p:nvPr/>
        </p:nvSpPr>
        <p:spPr bwMode="auto">
          <a:xfrm>
            <a:off x="609600" y="6096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 </a:t>
            </a:r>
            <a:r>
              <a:rPr lang="zh-CN" altLang="en-US" sz="2800" b="1"/>
              <a:t>若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是连续型</a:t>
            </a:r>
            <a:r>
              <a:rPr lang="en-US" altLang="zh-CN" sz="2800" b="1" i="1"/>
              <a:t>r.v</a:t>
            </a:r>
            <a:r>
              <a:rPr lang="en-US" altLang="zh-CN" sz="2800" b="1"/>
              <a:t> </a:t>
            </a:r>
            <a:r>
              <a:rPr lang="zh-CN" altLang="en-US" sz="2800" b="1"/>
              <a:t>，则上述独立性的定义等价于：</a:t>
            </a:r>
            <a:endParaRPr lang="zh-CN" altLang="en-US" sz="2800" b="1"/>
          </a:p>
        </p:txBody>
      </p:sp>
      <p:grpSp>
        <p:nvGrpSpPr>
          <p:cNvPr id="350218" name="Group 10"/>
          <p:cNvGrpSpPr/>
          <p:nvPr/>
        </p:nvGrpSpPr>
        <p:grpSpPr bwMode="auto">
          <a:xfrm>
            <a:off x="531813" y="4667250"/>
            <a:ext cx="7777162" cy="1800225"/>
            <a:chOff x="521" y="3113"/>
            <a:chExt cx="4899" cy="1134"/>
          </a:xfrm>
        </p:grpSpPr>
        <p:sp>
          <p:nvSpPr>
            <p:cNvPr id="51211" name="AutoShape 11"/>
            <p:cNvSpPr>
              <a:spLocks noChangeArrowheads="1"/>
            </p:cNvSpPr>
            <p:nvPr/>
          </p:nvSpPr>
          <p:spPr bwMode="auto">
            <a:xfrm flipV="1">
              <a:off x="521" y="3294"/>
              <a:ext cx="4899" cy="726"/>
            </a:xfrm>
            <a:prstGeom prst="wedgeRoundRectCallout">
              <a:avLst>
                <a:gd name="adj1" fmla="val -30653"/>
                <a:gd name="adj2" fmla="val 53856"/>
                <a:gd name="adj3" fmla="val 16667"/>
              </a:avLst>
            </a:prstGeom>
            <a:solidFill>
              <a:schemeClr val="accent1">
                <a:alpha val="56078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2800"/>
            </a:p>
          </p:txBody>
        </p:sp>
        <p:sp>
          <p:nvSpPr>
            <p:cNvPr id="51212" name="Rectangle 12"/>
            <p:cNvSpPr>
              <a:spLocks noChangeArrowheads="1"/>
            </p:cNvSpPr>
            <p:nvPr/>
          </p:nvSpPr>
          <p:spPr bwMode="auto">
            <a:xfrm>
              <a:off x="747" y="3113"/>
              <a:ext cx="4673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sz="2800" b="1"/>
            </a:p>
            <a:p>
              <a:pPr eaLnBrk="1" hangingPunct="1"/>
              <a:r>
                <a:rPr lang="zh-CN" altLang="en-US" sz="2800" b="1"/>
                <a:t>这里“几乎处处成立”的含义是：在平面上除去面积为 </a:t>
              </a:r>
              <a:r>
                <a:rPr lang="en-US" altLang="zh-CN" sz="2800" b="1"/>
                <a:t>0 </a:t>
              </a:r>
              <a:r>
                <a:rPr lang="zh-CN" altLang="en-US" sz="2800" b="1"/>
                <a:t>的集合外，处处成立</a:t>
              </a:r>
              <a:r>
                <a:rPr lang="en-US" altLang="zh-CN" sz="2800" b="1"/>
                <a:t>.</a:t>
              </a:r>
              <a:endParaRPr lang="en-US" altLang="zh-CN" sz="2800" b="1"/>
            </a:p>
            <a:p>
              <a:pPr eaLnBrk="1" hangingPunct="1"/>
              <a:endParaRPr lang="en-US" altLang="zh-CN" sz="2800" b="1"/>
            </a:p>
          </p:txBody>
        </p:sp>
      </p:grpSp>
      <p:grpSp>
        <p:nvGrpSpPr>
          <p:cNvPr id="350221" name="Group 13"/>
          <p:cNvGrpSpPr/>
          <p:nvPr/>
        </p:nvGrpSpPr>
        <p:grpSpPr bwMode="auto">
          <a:xfrm>
            <a:off x="458788" y="3514725"/>
            <a:ext cx="7778750" cy="1254125"/>
            <a:chOff x="430" y="2287"/>
            <a:chExt cx="4900" cy="790"/>
          </a:xfrm>
        </p:grpSpPr>
        <p:sp>
          <p:nvSpPr>
            <p:cNvPr id="51209" name="Rectangle 14"/>
            <p:cNvSpPr>
              <a:spLocks noChangeArrowheads="1"/>
            </p:cNvSpPr>
            <p:nvPr/>
          </p:nvSpPr>
          <p:spPr bwMode="auto">
            <a:xfrm>
              <a:off x="430" y="2750"/>
              <a:ext cx="3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分别是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的边缘密度和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 </a:t>
              </a:r>
              <a:r>
                <a:rPr lang="zh-CN" altLang="en-US" sz="2800" b="1"/>
                <a:t>的边缘密度 </a:t>
              </a:r>
              <a:r>
                <a:rPr lang="en-US" altLang="zh-CN" sz="2800" b="1"/>
                <a:t>.</a:t>
              </a:r>
              <a:endParaRPr lang="en-US" altLang="zh-CN" sz="2800" b="1"/>
            </a:p>
          </p:txBody>
        </p:sp>
        <p:graphicFrame>
          <p:nvGraphicFramePr>
            <p:cNvPr id="51210" name="Object 15"/>
            <p:cNvGraphicFramePr>
              <a:graphicFrameLocks noChangeAspect="1"/>
            </p:cNvGraphicFramePr>
            <p:nvPr/>
          </p:nvGraphicFramePr>
          <p:xfrm>
            <a:off x="3807" y="2287"/>
            <a:ext cx="1523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287" name="公式" r:id="rId5" imgW="790575" imgH="144145" progId="Equation.3">
                    <p:embed/>
                  </p:oleObj>
                </mc:Choice>
                <mc:Fallback>
                  <p:oleObj name="公式" r:id="rId5" imgW="790575" imgH="14414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287"/>
                          <a:ext cx="1523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5" grpId="0" bldLvl="0" animBg="1" autoUpdateAnimBg="0"/>
      <p:bldP spid="350216" grpId="0" bldLvl="0" animBg="1" autoUpdateAnimBg="0"/>
      <p:bldP spid="350217" grpId="0" bldLvl="0" animBg="1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ChangeArrowheads="1"/>
          </p:cNvSpPr>
          <p:nvPr/>
        </p:nvSpPr>
        <p:spPr bwMode="auto">
          <a:xfrm>
            <a:off x="457200" y="762000"/>
            <a:ext cx="8077200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        </a:t>
            </a:r>
            <a:r>
              <a:rPr lang="zh-CN" altLang="en-US" sz="2800" b="1"/>
              <a:t>若 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en-US" sz="2800" b="1"/>
              <a:t>是离散型 </a:t>
            </a:r>
            <a:r>
              <a:rPr lang="en-US" altLang="zh-CN" sz="2800" b="1" i="1"/>
              <a:t>r.v</a:t>
            </a:r>
            <a:r>
              <a:rPr lang="en-US" altLang="zh-CN" sz="2800" b="1"/>
              <a:t> </a:t>
            </a:r>
            <a:r>
              <a:rPr lang="zh-CN" altLang="en-US" sz="2800" b="1"/>
              <a:t>，则上述独立性的定义等价于：</a:t>
            </a:r>
            <a:endParaRPr lang="zh-CN" altLang="en-US" sz="2800" b="1"/>
          </a:p>
        </p:txBody>
      </p:sp>
      <p:graphicFrame>
        <p:nvGraphicFramePr>
          <p:cNvPr id="351235" name="Object 3"/>
          <p:cNvGraphicFramePr>
            <a:graphicFrameLocks noChangeAspect="1"/>
          </p:cNvGraphicFramePr>
          <p:nvPr/>
        </p:nvGraphicFramePr>
        <p:xfrm>
          <a:off x="1184275" y="3209925"/>
          <a:ext cx="7056438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4" name="公式" r:id="rId1" imgW="2438400" imgH="163830" progId="Equation.3">
                  <p:embed/>
                </p:oleObj>
              </mc:Choice>
              <mc:Fallback>
                <p:oleObj name="公式" r:id="rId1" imgW="2438400" imgH="16383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4275" y="3209925"/>
                        <a:ext cx="7056438" cy="676275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487363" y="4192588"/>
            <a:ext cx="3494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则称 </a:t>
            </a:r>
            <a:r>
              <a:rPr lang="en-US" altLang="zh-CN" sz="2800" b="1" i="1">
                <a:solidFill>
                  <a:schemeClr val="accent2"/>
                </a:solidFill>
              </a:rPr>
              <a:t>X </a:t>
            </a:r>
            <a:r>
              <a:rPr lang="zh-CN" altLang="en-US" sz="2800" b="1">
                <a:solidFill>
                  <a:schemeClr val="accent2"/>
                </a:solidFill>
              </a:rPr>
              <a:t>和</a:t>
            </a:r>
            <a:r>
              <a:rPr lang="en-US" altLang="zh-CN" sz="2800" b="1" i="1">
                <a:solidFill>
                  <a:schemeClr val="accent2"/>
                </a:solidFill>
              </a:rPr>
              <a:t>Y </a:t>
            </a:r>
            <a:r>
              <a:rPr lang="zh-CN" altLang="zh-CN" sz="2800" b="1">
                <a:solidFill>
                  <a:schemeClr val="accent2"/>
                </a:solidFill>
              </a:rPr>
              <a:t>相互</a:t>
            </a:r>
            <a:r>
              <a:rPr lang="zh-CN" altLang="en-US" sz="2800" b="1">
                <a:solidFill>
                  <a:schemeClr val="accent2"/>
                </a:solidFill>
              </a:rPr>
              <a:t>独立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351237" name="Rectangle 5"/>
          <p:cNvSpPr>
            <a:spLocks noChangeArrowheads="1"/>
          </p:cNvSpPr>
          <p:nvPr/>
        </p:nvSpPr>
        <p:spPr bwMode="auto">
          <a:xfrm>
            <a:off x="1219200" y="2263775"/>
            <a:ext cx="5153025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对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en-US" altLang="zh-CN" sz="2800" b="1"/>
              <a:t>)</a:t>
            </a:r>
            <a:r>
              <a:rPr lang="zh-CN" altLang="zh-CN" sz="2800" b="1"/>
              <a:t>的所有可能取值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),</a:t>
            </a:r>
            <a:r>
              <a:rPr lang="zh-CN" altLang="en-US" sz="2800" b="1"/>
              <a:t>有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 bldLvl="0" animBg="1" autoUpdateAnimBg="0"/>
      <p:bldP spid="351236" grpId="0" bldLvl="0" animBg="1" autoUpdateAnimBg="0"/>
      <p:bldP spid="351237" grpId="0" bldLvl="0" animBg="1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530" name="Object 2"/>
          <p:cNvGraphicFramePr>
            <a:graphicFrameLocks noChangeAspect="1"/>
          </p:cNvGraphicFramePr>
          <p:nvPr/>
        </p:nvGraphicFramePr>
        <p:xfrm>
          <a:off x="361950" y="1556792"/>
          <a:ext cx="8782050" cy="324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5" name="Document" r:id="rId1" imgW="4058920" imgH="1494790" progId="Word.Document.8">
                  <p:embed/>
                </p:oleObj>
              </mc:Choice>
              <mc:Fallback>
                <p:oleObj name="Document" r:id="rId1" imgW="4058920" imgH="149479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" y="1556792"/>
                        <a:ext cx="8782050" cy="324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1" name="Text Box 15"/>
          <p:cNvSpPr txBox="1">
            <a:spLocks noChangeArrowheads="1"/>
          </p:cNvSpPr>
          <p:nvPr/>
        </p:nvSpPr>
        <p:spPr bwMode="auto">
          <a:xfrm>
            <a:off x="611560" y="548680"/>
            <a:ext cx="23034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3200" b="1" dirty="0">
                <a:latin typeface="Arial" panose="020B0604020202020204" pitchFamily="34" charset="0"/>
                <a:ea typeface="黑体" panose="02010609060101010101" pitchFamily="49" charset="-122"/>
              </a:rPr>
              <a:t>二、例题</a:t>
            </a:r>
            <a:endParaRPr kumimoji="0" lang="zh-CN" altLang="en-US" sz="3200" b="1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395536" y="1196752"/>
          <a:ext cx="8018462" cy="512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8" name="Document" r:id="rId1" imgW="3550920" imgH="2273935" progId="Word.Document.8">
                  <p:embed/>
                </p:oleObj>
              </mc:Choice>
              <mc:Fallback>
                <p:oleObj name="Document" r:id="rId1" imgW="3550920" imgH="227393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96752"/>
                        <a:ext cx="8018462" cy="512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971600" y="620688"/>
            <a:ext cx="24479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例：</a:t>
            </a:r>
            <a:r>
              <a:rPr lang="en-US" altLang="zh-CN" dirty="0"/>
              <a:t>P129  15</a:t>
            </a:r>
            <a:endParaRPr lang="zh-CN" altLang="en-US" dirty="0"/>
          </a:p>
        </p:txBody>
      </p:sp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2"/>
          <p:cNvGraphicFramePr>
            <a:graphicFrameLocks noChangeAspect="1"/>
          </p:cNvGraphicFramePr>
          <p:nvPr/>
        </p:nvGraphicFramePr>
        <p:xfrm>
          <a:off x="611188" y="981075"/>
          <a:ext cx="6761162" cy="516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22" name="Document" r:id="rId1" imgW="2999105" imgH="2286000" progId="Word.Document.8">
                  <p:embed/>
                </p:oleObj>
              </mc:Choice>
              <mc:Fallback>
                <p:oleObj name="Document" r:id="rId1" imgW="2999105" imgH="228600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81075"/>
                        <a:ext cx="6761162" cy="516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225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258" name="Group 2"/>
          <p:cNvGrpSpPr/>
          <p:nvPr/>
        </p:nvGrpSpPr>
        <p:grpSpPr bwMode="auto">
          <a:xfrm>
            <a:off x="611188" y="836613"/>
            <a:ext cx="5951537" cy="2463800"/>
            <a:chOff x="384" y="163"/>
            <a:chExt cx="3749" cy="1599"/>
          </a:xfrm>
        </p:grpSpPr>
        <p:sp>
          <p:nvSpPr>
            <p:cNvPr id="56332" name="Rectangle 3"/>
            <p:cNvSpPr>
              <a:spLocks noChangeArrowheads="1"/>
            </p:cNvSpPr>
            <p:nvPr/>
          </p:nvSpPr>
          <p:spPr bwMode="auto">
            <a:xfrm>
              <a:off x="384" y="163"/>
              <a:ext cx="3216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>
                  <a:solidFill>
                    <a:srgbClr val="003399"/>
                  </a:solidFill>
                </a:rPr>
                <a:t>         </a:t>
              </a:r>
              <a:r>
                <a:rPr lang="zh-CN" altLang="en-US" sz="2800" b="1">
                  <a:solidFill>
                    <a:srgbClr val="003399"/>
                  </a:solidFill>
                </a:rPr>
                <a:t>例</a:t>
              </a:r>
              <a:r>
                <a:rPr lang="en-US" altLang="zh-CN" sz="2800" b="1"/>
                <a:t>  </a:t>
              </a:r>
              <a:r>
                <a:rPr lang="zh-CN" altLang="en-US" sz="2800" b="1"/>
                <a:t>设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的概率密度为</a:t>
              </a:r>
              <a:endParaRPr lang="zh-CN" altLang="en-US" sz="2800"/>
            </a:p>
          </p:txBody>
        </p:sp>
        <p:graphicFrame>
          <p:nvGraphicFramePr>
            <p:cNvPr id="56333" name="Object 4"/>
            <p:cNvGraphicFramePr>
              <a:graphicFrameLocks noChangeAspect="1"/>
            </p:cNvGraphicFramePr>
            <p:nvPr/>
          </p:nvGraphicFramePr>
          <p:xfrm>
            <a:off x="427" y="531"/>
            <a:ext cx="3706" cy="8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50" name="公式" r:id="rId1" imgW="2019300" imgH="414020" progId="Equation.3">
                    <p:embed/>
                  </p:oleObj>
                </mc:Choice>
                <mc:Fallback>
                  <p:oleObj name="公式" r:id="rId1" imgW="2019300" imgH="41402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" y="531"/>
                          <a:ext cx="3706" cy="8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34" name="Rectangle 5"/>
            <p:cNvSpPr>
              <a:spLocks noChangeArrowheads="1"/>
            </p:cNvSpPr>
            <p:nvPr/>
          </p:nvSpPr>
          <p:spPr bwMode="auto">
            <a:xfrm>
              <a:off x="480" y="1425"/>
              <a:ext cx="1977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问</a:t>
              </a:r>
              <a:r>
                <a:rPr lang="en-US" altLang="zh-CN" sz="2800" b="1" i="1"/>
                <a:t>X</a:t>
              </a:r>
              <a:r>
                <a:rPr lang="zh-CN" altLang="en-US" sz="2800" b="1"/>
                <a:t>和</a:t>
              </a:r>
              <a:r>
                <a:rPr lang="en-US" altLang="zh-CN" sz="2800" b="1" i="1"/>
                <a:t>Y</a:t>
              </a:r>
              <a:r>
                <a:rPr lang="zh-CN" altLang="en-US" sz="2800" b="1"/>
                <a:t>是否独立？</a:t>
              </a:r>
              <a:endParaRPr lang="zh-CN" altLang="en-US" sz="2800" b="1"/>
            </a:p>
          </p:txBody>
        </p:sp>
      </p:grpSp>
      <p:grpSp>
        <p:nvGrpSpPr>
          <p:cNvPr id="352262" name="Group 6"/>
          <p:cNvGrpSpPr/>
          <p:nvPr/>
        </p:nvGrpSpPr>
        <p:grpSpPr bwMode="auto">
          <a:xfrm>
            <a:off x="762000" y="3597275"/>
            <a:ext cx="4513263" cy="915988"/>
            <a:chOff x="480" y="1779"/>
            <a:chExt cx="2843" cy="577"/>
          </a:xfrm>
        </p:grpSpPr>
        <p:sp>
          <p:nvSpPr>
            <p:cNvPr id="56330" name="Rectangle 7"/>
            <p:cNvSpPr>
              <a:spLocks noChangeArrowheads="1"/>
            </p:cNvSpPr>
            <p:nvPr/>
          </p:nvSpPr>
          <p:spPr bwMode="auto">
            <a:xfrm>
              <a:off x="480" y="1908"/>
              <a:ext cx="340" cy="327"/>
            </a:xfrm>
            <a:prstGeom prst="rect">
              <a:avLst/>
            </a:prstGeom>
            <a:solidFill>
              <a:srgbClr val="33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>
                  <a:solidFill>
                    <a:schemeClr val="hlink"/>
                  </a:solidFill>
                </a:rPr>
                <a:t>解</a:t>
              </a:r>
              <a:endParaRPr lang="zh-CN" altLang="en-US" sz="2800" b="1">
                <a:solidFill>
                  <a:schemeClr val="hlink"/>
                </a:solidFill>
              </a:endParaRPr>
            </a:p>
          </p:txBody>
        </p:sp>
        <p:graphicFrame>
          <p:nvGraphicFramePr>
            <p:cNvPr id="56331" name="Object 8"/>
            <p:cNvGraphicFramePr>
              <a:graphicFrameLocks noChangeAspect="1"/>
            </p:cNvGraphicFramePr>
            <p:nvPr/>
          </p:nvGraphicFramePr>
          <p:xfrm>
            <a:off x="942" y="1779"/>
            <a:ext cx="2381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451" name="公式" r:id="rId3" imgW="1285875" imgH="259715" progId="Equation.3">
                    <p:embed/>
                  </p:oleObj>
                </mc:Choice>
                <mc:Fallback>
                  <p:oleObj name="公式" r:id="rId3" imgW="1285875" imgH="25971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2" y="1779"/>
                          <a:ext cx="2381" cy="577"/>
                        </a:xfrm>
                        <a:prstGeom prst="rect">
                          <a:avLst/>
                        </a:prstGeom>
                        <a:solidFill>
                          <a:srgbClr val="333399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2265" name="Object 9"/>
          <p:cNvGraphicFramePr>
            <a:graphicFrameLocks noChangeAspect="1"/>
          </p:cNvGraphicFramePr>
          <p:nvPr/>
        </p:nvGraphicFramePr>
        <p:xfrm>
          <a:off x="1354138" y="4645025"/>
          <a:ext cx="3779837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2" name="公式" r:id="rId5" imgW="1285875" imgH="259715" progId="Equation.3">
                  <p:embed/>
                </p:oleObj>
              </mc:Choice>
              <mc:Fallback>
                <p:oleObj name="公式" r:id="rId5" imgW="1285875" imgH="25971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138" y="4645025"/>
                        <a:ext cx="3779837" cy="9159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6" name="Object 10"/>
          <p:cNvGraphicFramePr>
            <a:graphicFrameLocks noChangeAspect="1"/>
          </p:cNvGraphicFramePr>
          <p:nvPr/>
        </p:nvGraphicFramePr>
        <p:xfrm>
          <a:off x="5213350" y="3760788"/>
          <a:ext cx="13731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3" name="公式" r:id="rId7" imgW="419100" imgH="144145" progId="Equation.3">
                  <p:embed/>
                </p:oleObj>
              </mc:Choice>
              <mc:Fallback>
                <p:oleObj name="公式" r:id="rId7" imgW="419100" imgH="14414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3760788"/>
                        <a:ext cx="1373188" cy="593725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7" name="Object 11"/>
          <p:cNvGraphicFramePr>
            <a:graphicFrameLocks noChangeAspect="1"/>
          </p:cNvGraphicFramePr>
          <p:nvPr/>
        </p:nvGraphicFramePr>
        <p:xfrm>
          <a:off x="5100638" y="4797425"/>
          <a:ext cx="11255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54" name="公式" r:id="rId9" imgW="333375" imgH="144145" progId="Equation.3">
                  <p:embed/>
                </p:oleObj>
              </mc:Choice>
              <mc:Fallback>
                <p:oleObj name="公式" r:id="rId9" imgW="333375" imgH="144145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8" y="4797425"/>
                        <a:ext cx="1125537" cy="59531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8" name="Rectangle 12"/>
          <p:cNvSpPr>
            <a:spLocks noChangeArrowheads="1"/>
          </p:cNvSpPr>
          <p:nvPr/>
        </p:nvSpPr>
        <p:spPr bwMode="auto">
          <a:xfrm>
            <a:off x="6704013" y="3836988"/>
            <a:ext cx="1371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x</a:t>
            </a:r>
            <a:r>
              <a:rPr lang="en-US" altLang="zh-CN" sz="3200" b="1"/>
              <a:t>&gt;0  </a:t>
            </a:r>
            <a:endParaRPr lang="en-US" altLang="zh-CN" sz="3200" b="1"/>
          </a:p>
        </p:txBody>
      </p:sp>
      <p:sp>
        <p:nvSpPr>
          <p:cNvPr id="352269" name="Rectangle 13"/>
          <p:cNvSpPr>
            <a:spLocks noChangeArrowheads="1"/>
          </p:cNvSpPr>
          <p:nvPr/>
        </p:nvSpPr>
        <p:spPr bwMode="auto">
          <a:xfrm>
            <a:off x="6704013" y="47926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</a:t>
            </a:r>
            <a:endParaRPr lang="en-US" altLang="zh-CN" sz="3200" b="1"/>
          </a:p>
        </p:txBody>
      </p:sp>
      <p:sp>
        <p:nvSpPr>
          <p:cNvPr id="352270" name="Rectangle 14"/>
          <p:cNvSpPr>
            <a:spLocks noChangeArrowheads="1"/>
          </p:cNvSpPr>
          <p:nvPr/>
        </p:nvSpPr>
        <p:spPr bwMode="auto">
          <a:xfrm>
            <a:off x="6627813" y="4868863"/>
            <a:ext cx="831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r>
              <a:rPr lang="en-US" altLang="zh-CN" sz="2800" b="1" i="1"/>
              <a:t> </a:t>
            </a:r>
            <a:r>
              <a:rPr lang="en-US" altLang="zh-CN" sz="2800" b="1"/>
              <a:t>&gt;0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2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2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2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8" grpId="0" bldLvl="0" animBg="1" autoUpdateAnimBg="0"/>
      <p:bldP spid="352269" grpId="0" bldLvl="0" animBg="1" autoUpdateAnimBg="0"/>
      <p:bldP spid="352270" grpId="0" bldLvl="0" animBg="1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171575" y="8255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  <a:endParaRPr lang="zh-CN" altLang="en-US" sz="2800" b="1"/>
          </a:p>
        </p:txBody>
      </p:sp>
      <p:graphicFrame>
        <p:nvGraphicFramePr>
          <p:cNvPr id="353283" name="Object 3"/>
          <p:cNvGraphicFramePr>
            <a:graphicFrameLocks noChangeAspect="1"/>
          </p:cNvGraphicFramePr>
          <p:nvPr/>
        </p:nvGraphicFramePr>
        <p:xfrm>
          <a:off x="2362200" y="609600"/>
          <a:ext cx="3489325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1" name="公式" r:id="rId1" imgW="1381125" imgH="414020" progId="Equation.3">
                  <p:embed/>
                </p:oleObj>
              </mc:Choice>
              <mc:Fallback>
                <p:oleObj name="公式" r:id="rId1" imgW="1381125" imgH="41402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609600"/>
                        <a:ext cx="3489325" cy="11064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4" name="Object 4"/>
          <p:cNvGraphicFramePr>
            <a:graphicFrameLocks noChangeAspect="1"/>
          </p:cNvGraphicFramePr>
          <p:nvPr/>
        </p:nvGraphicFramePr>
        <p:xfrm>
          <a:off x="2611438" y="2193925"/>
          <a:ext cx="32400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2" name="公式" r:id="rId3" imgW="1266825" imgH="414020" progId="Equation.3">
                  <p:embed/>
                </p:oleObj>
              </mc:Choice>
              <mc:Fallback>
                <p:oleObj name="公式" r:id="rId3" imgW="1266825" imgH="4140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438" y="2193925"/>
                        <a:ext cx="3240087" cy="1077913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3285" name="Object 5"/>
          <p:cNvGraphicFramePr>
            <a:graphicFrameLocks noChangeAspect="1"/>
          </p:cNvGraphicFramePr>
          <p:nvPr/>
        </p:nvGraphicFramePr>
        <p:xfrm>
          <a:off x="3348038" y="4292600"/>
          <a:ext cx="34575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23" name="公式" r:id="rId5" imgW="1343025" imgH="144145" progId="Equation.3">
                  <p:embed/>
                </p:oleObj>
              </mc:Choice>
              <mc:Fallback>
                <p:oleObj name="公式" r:id="rId5" imgW="1343025" imgH="14414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292600"/>
                        <a:ext cx="34575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3286" name="Rectangle 6"/>
          <p:cNvSpPr>
            <a:spLocks noChangeArrowheads="1"/>
          </p:cNvSpPr>
          <p:nvPr/>
        </p:nvSpPr>
        <p:spPr bwMode="auto">
          <a:xfrm>
            <a:off x="1100138" y="3562350"/>
            <a:ext cx="45354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可见对一切 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en-US" altLang="zh-CN" sz="2800" b="1" i="1"/>
              <a:t>y</a:t>
            </a:r>
            <a:r>
              <a:rPr lang="en-US" altLang="zh-CN" sz="2800" b="1"/>
              <a:t>,  </a:t>
            </a:r>
            <a:r>
              <a:rPr lang="zh-CN" altLang="en-US" sz="2800" b="1"/>
              <a:t>均有：</a:t>
            </a:r>
            <a:endParaRPr lang="zh-CN" altLang="en-US" sz="2800" b="1"/>
          </a:p>
        </p:txBody>
      </p:sp>
      <p:sp>
        <p:nvSpPr>
          <p:cNvPr id="353287" name="Rectangle 7"/>
          <p:cNvSpPr>
            <a:spLocks noChangeArrowheads="1"/>
          </p:cNvSpPr>
          <p:nvPr/>
        </p:nvSpPr>
        <p:spPr bwMode="auto">
          <a:xfrm>
            <a:off x="1098550" y="4914900"/>
            <a:ext cx="24209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en-US" altLang="zh-CN" sz="2800" b="1"/>
              <a:t>, </a:t>
            </a:r>
            <a:r>
              <a:rPr lang="en-US" altLang="zh-CN" sz="2800" b="1" i="1"/>
              <a:t>Y  </a:t>
            </a:r>
            <a:r>
              <a:rPr lang="zh-CN" altLang="en-US" sz="2800" b="1"/>
              <a:t>独立 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3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3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3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3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3286" grpId="0" bldLvl="0" animBg="1" autoUpdateAnimBg="0"/>
      <p:bldP spid="353287" grpId="0" bldLvl="0" animBg="1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0" name="Group 2"/>
          <p:cNvGrpSpPr/>
          <p:nvPr/>
        </p:nvGrpSpPr>
        <p:grpSpPr bwMode="auto">
          <a:xfrm>
            <a:off x="611188" y="333375"/>
            <a:ext cx="7021512" cy="2449513"/>
            <a:chOff x="317" y="211"/>
            <a:chExt cx="4423" cy="1543"/>
          </a:xfrm>
        </p:grpSpPr>
        <p:sp>
          <p:nvSpPr>
            <p:cNvPr id="58379" name="Rectangle 3"/>
            <p:cNvSpPr>
              <a:spLocks noChangeArrowheads="1"/>
            </p:cNvSpPr>
            <p:nvPr/>
          </p:nvSpPr>
          <p:spPr bwMode="auto">
            <a:xfrm>
              <a:off x="668" y="211"/>
              <a:ext cx="3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  </a:t>
              </a:r>
              <a:r>
                <a:rPr lang="en-US" altLang="zh-CN"/>
                <a:t> </a:t>
              </a:r>
              <a:r>
                <a:rPr lang="zh-CN" altLang="en-US" sz="2800" b="1">
                  <a:solidFill>
                    <a:srgbClr val="003399"/>
                  </a:solidFill>
                </a:rPr>
                <a:t>例</a:t>
              </a:r>
              <a:r>
                <a:rPr lang="en-US" altLang="zh-CN" sz="2800" b="1">
                  <a:solidFill>
                    <a:srgbClr val="003399"/>
                  </a:solidFill>
                </a:rPr>
                <a:t>:</a:t>
              </a:r>
              <a:r>
                <a:rPr lang="zh-CN" altLang="en-US" sz="2800" b="1"/>
                <a:t>若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Y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的概率密度为</a:t>
              </a:r>
              <a:endParaRPr lang="zh-CN" altLang="en-US" sz="2800" b="1"/>
            </a:p>
          </p:txBody>
        </p:sp>
        <p:graphicFrame>
          <p:nvGraphicFramePr>
            <p:cNvPr id="58380" name="Object 4"/>
            <p:cNvGraphicFramePr>
              <a:graphicFrameLocks noChangeAspect="1"/>
            </p:cNvGraphicFramePr>
            <p:nvPr/>
          </p:nvGraphicFramePr>
          <p:xfrm>
            <a:off x="976" y="621"/>
            <a:ext cx="3764" cy="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74" name="公式" r:id="rId1" imgW="2028825" imgH="384810" progId="Equation.3">
                    <p:embed/>
                  </p:oleObj>
                </mc:Choice>
                <mc:Fallback>
                  <p:oleObj name="公式" r:id="rId1" imgW="2028825" imgH="38481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621"/>
                          <a:ext cx="3764" cy="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381" name="Rectangle 5"/>
            <p:cNvSpPr>
              <a:spLocks noChangeArrowheads="1"/>
            </p:cNvSpPr>
            <p:nvPr/>
          </p:nvSpPr>
          <p:spPr bwMode="auto">
            <a:xfrm>
              <a:off x="317" y="1427"/>
              <a:ext cx="147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情况又怎样？</a:t>
              </a:r>
              <a:endParaRPr lang="zh-CN" altLang="en-US" sz="2800" b="1"/>
            </a:p>
          </p:txBody>
        </p:sp>
      </p:grpSp>
      <p:sp>
        <p:nvSpPr>
          <p:cNvPr id="354310" name="Rectangle 6"/>
          <p:cNvSpPr>
            <a:spLocks noChangeArrowheads="1"/>
          </p:cNvSpPr>
          <p:nvPr/>
        </p:nvSpPr>
        <p:spPr bwMode="auto">
          <a:xfrm>
            <a:off x="1319213" y="297973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graphicFrame>
        <p:nvGraphicFramePr>
          <p:cNvPr id="354311" name="Object 7"/>
          <p:cNvGraphicFramePr>
            <a:graphicFrameLocks noChangeAspect="1"/>
          </p:cNvGraphicFramePr>
          <p:nvPr/>
        </p:nvGraphicFramePr>
        <p:xfrm>
          <a:off x="2339975" y="2781300"/>
          <a:ext cx="4416425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5" name="公式" r:id="rId3" imgW="1514475" imgH="259715" progId="Equation.3">
                  <p:embed/>
                </p:oleObj>
              </mc:Choice>
              <mc:Fallback>
                <p:oleObj name="公式" r:id="rId3" imgW="1514475" imgH="2597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81300"/>
                        <a:ext cx="4416425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4312" name="Object 8"/>
          <p:cNvGraphicFramePr>
            <a:graphicFrameLocks noChangeAspect="1"/>
          </p:cNvGraphicFramePr>
          <p:nvPr/>
        </p:nvGraphicFramePr>
        <p:xfrm>
          <a:off x="2400300" y="3517900"/>
          <a:ext cx="363855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6" name="公式" r:id="rId5" imgW="1228725" imgH="259715" progId="Equation.3">
                  <p:embed/>
                </p:oleObj>
              </mc:Choice>
              <mc:Fallback>
                <p:oleObj name="公式" r:id="rId5" imgW="1228725" imgH="2597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3517900"/>
                        <a:ext cx="3638550" cy="915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3" name="Rectangle 9"/>
          <p:cNvSpPr>
            <a:spLocks noChangeArrowheads="1"/>
          </p:cNvSpPr>
          <p:nvPr/>
        </p:nvSpPr>
        <p:spPr bwMode="auto">
          <a:xfrm>
            <a:off x="7262813" y="2927350"/>
            <a:ext cx="1295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0&lt;</a:t>
            </a:r>
            <a:r>
              <a:rPr lang="en-US" altLang="zh-CN" sz="3200" b="1" i="1"/>
              <a:t>x</a:t>
            </a:r>
            <a:r>
              <a:rPr lang="en-US" altLang="zh-CN" sz="3200" b="1"/>
              <a:t>&lt;1 </a:t>
            </a:r>
            <a:endParaRPr lang="en-US" altLang="zh-CN" sz="3200" b="1"/>
          </a:p>
        </p:txBody>
      </p:sp>
      <p:sp>
        <p:nvSpPr>
          <p:cNvPr id="354314" name="Rectangle 10"/>
          <p:cNvSpPr>
            <a:spLocks noChangeArrowheads="1"/>
          </p:cNvSpPr>
          <p:nvPr/>
        </p:nvSpPr>
        <p:spPr bwMode="auto">
          <a:xfrm>
            <a:off x="7186613" y="3684588"/>
            <a:ext cx="15240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0&lt;</a:t>
            </a:r>
            <a:r>
              <a:rPr lang="en-US" altLang="zh-CN" sz="3200" b="1" i="1"/>
              <a:t>y</a:t>
            </a:r>
            <a:r>
              <a:rPr lang="en-US" altLang="zh-CN" sz="3200" b="1"/>
              <a:t>&lt;1  </a:t>
            </a:r>
            <a:endParaRPr lang="en-US" altLang="zh-CN" sz="3200" b="1"/>
          </a:p>
        </p:txBody>
      </p:sp>
      <p:sp>
        <p:nvSpPr>
          <p:cNvPr id="354315" name="Rectangle 11"/>
          <p:cNvSpPr>
            <a:spLocks noChangeArrowheads="1"/>
          </p:cNvSpPr>
          <p:nvPr/>
        </p:nvSpPr>
        <p:spPr bwMode="auto">
          <a:xfrm>
            <a:off x="687388" y="4540250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由于存在面积不为</a:t>
            </a:r>
            <a:r>
              <a:rPr lang="en-US" altLang="zh-CN" sz="2800" b="1"/>
              <a:t>0</a:t>
            </a:r>
            <a:r>
              <a:rPr lang="zh-CN" altLang="en-US" sz="2800" b="1"/>
              <a:t>的区域，</a:t>
            </a:r>
            <a:endParaRPr lang="zh-CN" altLang="en-US" sz="2800" b="1"/>
          </a:p>
        </p:txBody>
      </p:sp>
      <p:graphicFrame>
        <p:nvGraphicFramePr>
          <p:cNvPr id="354316" name="Object 12"/>
          <p:cNvGraphicFramePr>
            <a:graphicFrameLocks noChangeAspect="1"/>
          </p:cNvGraphicFramePr>
          <p:nvPr/>
        </p:nvGraphicFramePr>
        <p:xfrm>
          <a:off x="2627313" y="5084763"/>
          <a:ext cx="36544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7" name="公式" r:id="rId7" imgW="1362075" imgH="144145" progId="Equation.3">
                  <p:embed/>
                </p:oleObj>
              </mc:Choice>
              <mc:Fallback>
                <p:oleObj name="公式" r:id="rId7" imgW="1362075" imgH="14414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084763"/>
                        <a:ext cx="36544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4317" name="Rectangle 13"/>
          <p:cNvSpPr>
            <a:spLocks noChangeArrowheads="1"/>
          </p:cNvSpPr>
          <p:nvPr/>
        </p:nvSpPr>
        <p:spPr bwMode="auto">
          <a:xfrm>
            <a:off x="646113" y="5692775"/>
            <a:ext cx="3135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不独立 </a:t>
            </a:r>
            <a:r>
              <a:rPr lang="en-US" altLang="zh-CN" sz="2800" b="1"/>
              <a:t>.  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4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4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4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4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4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10" grpId="0" bldLvl="0" animBg="1" autoUpdateAnimBg="0"/>
      <p:bldP spid="354313" grpId="0" bldLvl="0" animBg="1" autoUpdateAnimBg="0"/>
      <p:bldP spid="354314" grpId="0" bldLvl="0" animBg="1" autoUpdateAnimBg="0"/>
      <p:bldP spid="354315" grpId="0" bldLvl="0" animBg="1" autoUpdateAnimBg="0"/>
      <p:bldP spid="354317" grpId="0" bldLvl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Text Box 2"/>
          <p:cNvSpPr txBox="1">
            <a:spLocks noChangeArrowheads="1"/>
          </p:cNvSpPr>
          <p:nvPr/>
        </p:nvSpPr>
        <p:spPr bwMode="auto">
          <a:xfrm>
            <a:off x="0" y="457200"/>
            <a:ext cx="83820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b="1">
                <a:solidFill>
                  <a:srgbClr val="CCFFFF"/>
                </a:solidFill>
              </a:rPr>
              <a:t>         </a:t>
            </a:r>
            <a:r>
              <a:rPr lang="zh-CN" altLang="en-US" sz="2800" b="1">
                <a:solidFill>
                  <a:schemeClr val="accent2"/>
                </a:solidFill>
              </a:rPr>
              <a:t>例</a:t>
            </a:r>
            <a:r>
              <a:rPr lang="en-US" altLang="zh-CN" sz="2800" b="1">
                <a:solidFill>
                  <a:schemeClr val="accent2"/>
                </a:solidFill>
              </a:rPr>
              <a:t>2</a:t>
            </a:r>
            <a:r>
              <a:rPr lang="en-US" altLang="zh-CN" sz="2800" b="1"/>
              <a:t>   </a:t>
            </a:r>
            <a:r>
              <a:rPr lang="zh-CN" altLang="en-US" sz="2800" b="1"/>
              <a:t>甲乙两人约定中午</a:t>
            </a:r>
            <a:r>
              <a:rPr lang="en-US" altLang="zh-CN" sz="2800" b="1"/>
              <a:t>12</a:t>
            </a:r>
            <a:r>
              <a:rPr lang="zh-CN" altLang="en-US" sz="2800" b="1"/>
              <a:t>时</a:t>
            </a:r>
            <a:r>
              <a:rPr lang="en-US" altLang="zh-CN" sz="2800" b="1"/>
              <a:t>30</a:t>
            </a:r>
            <a:r>
              <a:rPr lang="zh-CN" altLang="en-US" sz="2800" b="1"/>
              <a:t>分在某地会面</a:t>
            </a:r>
            <a:r>
              <a:rPr lang="en-US" altLang="zh-CN" sz="2800" b="1"/>
              <a:t>.</a:t>
            </a:r>
            <a:r>
              <a:rPr lang="zh-CN" altLang="en-US" sz="2800" b="1"/>
              <a:t>如果甲来到的时间在</a:t>
            </a:r>
            <a:r>
              <a:rPr lang="en-US" altLang="zh-CN" sz="2800" b="1"/>
              <a:t>12:15</a:t>
            </a:r>
            <a:r>
              <a:rPr lang="zh-CN" altLang="en-US" sz="2800" b="1"/>
              <a:t>到</a:t>
            </a:r>
            <a:r>
              <a:rPr lang="en-US" altLang="zh-CN" sz="2800" b="1"/>
              <a:t>12:45</a:t>
            </a:r>
            <a:r>
              <a:rPr lang="zh-CN" altLang="en-US" sz="2800" b="1"/>
              <a:t>之间是均匀分布</a:t>
            </a:r>
            <a:r>
              <a:rPr lang="en-US" altLang="zh-CN" sz="2800" b="1"/>
              <a:t>. </a:t>
            </a:r>
            <a:r>
              <a:rPr lang="zh-CN" altLang="en-US" sz="2800" b="1"/>
              <a:t>乙独立地到达</a:t>
            </a:r>
            <a:r>
              <a:rPr lang="en-US" altLang="zh-CN" sz="2800" b="1"/>
              <a:t>,</a:t>
            </a:r>
            <a:r>
              <a:rPr lang="zh-CN" altLang="en-US" sz="2800" b="1"/>
              <a:t>而且到达时间在</a:t>
            </a:r>
            <a:r>
              <a:rPr lang="en-US" altLang="zh-CN" sz="2800" b="1"/>
              <a:t>12:00</a:t>
            </a:r>
            <a:r>
              <a:rPr lang="zh-CN" altLang="en-US" sz="2800" b="1"/>
              <a:t>到</a:t>
            </a:r>
            <a:r>
              <a:rPr lang="en-US" altLang="zh-CN" sz="2800" b="1"/>
              <a:t>13:00</a:t>
            </a:r>
            <a:r>
              <a:rPr lang="zh-CN" altLang="en-US" sz="2800" b="1"/>
              <a:t>之间是均匀分布</a:t>
            </a:r>
            <a:r>
              <a:rPr lang="en-US" altLang="zh-CN" sz="2800" b="1"/>
              <a:t>. </a:t>
            </a:r>
            <a:r>
              <a:rPr lang="zh-CN" altLang="en-US" sz="2800" b="1"/>
              <a:t>试求先到的人等待另一人到达的时间不超过</a:t>
            </a:r>
            <a:r>
              <a:rPr lang="en-US" altLang="zh-CN" sz="2800" b="1"/>
              <a:t>5</a:t>
            </a:r>
            <a:r>
              <a:rPr lang="zh-CN" altLang="en-US" sz="2800" b="1"/>
              <a:t>分钟的概率</a:t>
            </a:r>
            <a:r>
              <a:rPr lang="en-US" altLang="zh-CN" sz="2800" b="1"/>
              <a:t>. </a:t>
            </a:r>
            <a:r>
              <a:rPr lang="zh-CN" altLang="en-US" sz="2800" b="1"/>
              <a:t>又甲先到的概率是多少？</a:t>
            </a:r>
            <a:endParaRPr lang="zh-CN" altLang="en-US" sz="2800" b="1"/>
          </a:p>
        </p:txBody>
      </p:sp>
      <p:sp>
        <p:nvSpPr>
          <p:cNvPr id="355331" name="Rectangle 3"/>
          <p:cNvSpPr>
            <a:spLocks noChangeArrowheads="1"/>
          </p:cNvSpPr>
          <p:nvPr/>
        </p:nvSpPr>
        <p:spPr bwMode="auto">
          <a:xfrm>
            <a:off x="762000" y="2819400"/>
            <a:ext cx="61737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   设</a:t>
            </a:r>
            <a:r>
              <a:rPr lang="en-US" altLang="zh-CN" sz="2800" b="1" i="1"/>
              <a:t>X</a:t>
            </a:r>
            <a:r>
              <a:rPr lang="zh-CN" altLang="en-US" sz="2800" b="1"/>
              <a:t>为甲到达时刻</a:t>
            </a:r>
            <a:r>
              <a:rPr lang="en-US" altLang="zh-CN" sz="2800" b="1"/>
              <a:t>,</a:t>
            </a:r>
            <a:r>
              <a:rPr lang="en-US" altLang="zh-CN" sz="2800" b="1" i="1"/>
              <a:t>Y</a:t>
            </a:r>
            <a:r>
              <a:rPr lang="zh-CN" altLang="en-US" sz="2800" b="1"/>
              <a:t>为乙到达时刻</a:t>
            </a:r>
            <a:endParaRPr lang="zh-CN" altLang="en-US" sz="2800" b="1"/>
          </a:p>
        </p:txBody>
      </p:sp>
      <p:sp>
        <p:nvSpPr>
          <p:cNvPr id="355332" name="Rectangle 4"/>
          <p:cNvSpPr>
            <a:spLocks noChangeArrowheads="1"/>
          </p:cNvSpPr>
          <p:nvPr/>
        </p:nvSpPr>
        <p:spPr bwMode="auto">
          <a:xfrm>
            <a:off x="381000" y="3429000"/>
            <a:ext cx="5449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以</a:t>
            </a:r>
            <a:r>
              <a:rPr lang="en-US" altLang="zh-CN" sz="2800" b="1"/>
              <a:t>12</a:t>
            </a:r>
            <a:r>
              <a:rPr lang="zh-CN" altLang="en-US" sz="2800" b="1"/>
              <a:t>时为起点</a:t>
            </a:r>
            <a:r>
              <a:rPr lang="en-US" altLang="zh-CN" sz="2800" b="1"/>
              <a:t>,</a:t>
            </a:r>
            <a:r>
              <a:rPr lang="zh-CN" altLang="en-US" sz="2800" b="1"/>
              <a:t>以分为单位</a:t>
            </a:r>
            <a:r>
              <a:rPr lang="en-US" altLang="zh-CN" sz="2800" b="1"/>
              <a:t>,</a:t>
            </a:r>
            <a:r>
              <a:rPr lang="zh-CN" altLang="en-US" sz="2800" b="1"/>
              <a:t>依题意</a:t>
            </a:r>
            <a:r>
              <a:rPr lang="en-US" altLang="zh-CN" sz="2800" b="1"/>
              <a:t>,</a:t>
            </a:r>
            <a:endParaRPr lang="en-US" altLang="zh-CN" sz="2800" b="1"/>
          </a:p>
        </p:txBody>
      </p:sp>
      <p:sp>
        <p:nvSpPr>
          <p:cNvPr id="355333" name="Rectangle 5"/>
          <p:cNvSpPr>
            <a:spLocks noChangeArrowheads="1"/>
          </p:cNvSpPr>
          <p:nvPr/>
        </p:nvSpPr>
        <p:spPr bwMode="auto">
          <a:xfrm>
            <a:off x="1905000" y="4038600"/>
            <a:ext cx="4183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i="1">
                <a:solidFill>
                  <a:schemeClr val="accent2"/>
                </a:solidFill>
              </a:rPr>
              <a:t>X</a:t>
            </a:r>
            <a:r>
              <a:rPr lang="en-US" altLang="zh-CN" sz="3200" b="1">
                <a:solidFill>
                  <a:schemeClr val="accent2"/>
                </a:solidFill>
              </a:rPr>
              <a:t>~</a:t>
            </a:r>
            <a:r>
              <a:rPr lang="en-US" altLang="zh-CN" sz="3200" b="1" i="1">
                <a:solidFill>
                  <a:schemeClr val="accent2"/>
                </a:solidFill>
              </a:rPr>
              <a:t>U</a:t>
            </a:r>
            <a:r>
              <a:rPr lang="en-US" altLang="zh-CN" sz="3200" b="1">
                <a:solidFill>
                  <a:schemeClr val="accent2"/>
                </a:solidFill>
              </a:rPr>
              <a:t>(15,45),  </a:t>
            </a:r>
            <a:r>
              <a:rPr lang="en-US" altLang="zh-CN" sz="3200" b="1" i="1">
                <a:solidFill>
                  <a:schemeClr val="accent2"/>
                </a:solidFill>
              </a:rPr>
              <a:t>Y</a:t>
            </a:r>
            <a:r>
              <a:rPr lang="en-US" altLang="zh-CN" sz="3200" b="1">
                <a:solidFill>
                  <a:schemeClr val="accent2"/>
                </a:solidFill>
              </a:rPr>
              <a:t>~</a:t>
            </a:r>
            <a:r>
              <a:rPr lang="en-US" altLang="zh-CN" sz="3200" b="1" i="1">
                <a:solidFill>
                  <a:schemeClr val="accent2"/>
                </a:solidFill>
              </a:rPr>
              <a:t>U</a:t>
            </a:r>
            <a:r>
              <a:rPr lang="en-US" altLang="zh-CN" sz="3200" b="1">
                <a:solidFill>
                  <a:schemeClr val="accent2"/>
                </a:solidFill>
              </a:rPr>
              <a:t>(0,60)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graphicFrame>
        <p:nvGraphicFramePr>
          <p:cNvPr id="355336" name="Object 8"/>
          <p:cNvGraphicFramePr>
            <a:graphicFrameLocks noChangeAspect="1"/>
          </p:cNvGraphicFramePr>
          <p:nvPr/>
        </p:nvGraphicFramePr>
        <p:xfrm>
          <a:off x="1763713" y="4724400"/>
          <a:ext cx="4351337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2" name="公式" r:id="rId1" imgW="1638300" imgH="539115" progId="Equation.3">
                  <p:embed/>
                </p:oleObj>
              </mc:Choice>
              <mc:Fallback>
                <p:oleObj name="公式" r:id="rId1" imgW="1638300" imgH="5391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724400"/>
                        <a:ext cx="4351337" cy="15430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5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5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330" grpId="0" bldLvl="0" animBg="1" autoUpdateAnimBg="0"/>
      <p:bldP spid="355331" grpId="0" bldLvl="0" animBg="1" autoUpdateAnimBg="0"/>
      <p:bldP spid="355332" grpId="0" bldLvl="0" animBg="1" autoUpdateAnimBg="0"/>
      <p:bldP spid="355333" grpId="0" bldLvl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6357" name="Object 1029"/>
          <p:cNvGraphicFramePr>
            <a:graphicFrameLocks noChangeAspect="1"/>
          </p:cNvGraphicFramePr>
          <p:nvPr/>
        </p:nvGraphicFramePr>
        <p:xfrm>
          <a:off x="2555875" y="0"/>
          <a:ext cx="4044950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6" name="公式" r:id="rId1" imgW="1562100" imgH="539115" progId="Equation.3">
                  <p:embed/>
                </p:oleObj>
              </mc:Choice>
              <mc:Fallback>
                <p:oleObj name="公式" r:id="rId1" imgW="1562100" imgH="539115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0"/>
                        <a:ext cx="4044950" cy="1500188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6358" name="Object 1030"/>
          <p:cNvGraphicFramePr>
            <a:graphicFrameLocks noChangeAspect="1"/>
          </p:cNvGraphicFramePr>
          <p:nvPr/>
        </p:nvGraphicFramePr>
        <p:xfrm>
          <a:off x="1600200" y="1511300"/>
          <a:ext cx="6577013" cy="154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7" name="公式" r:id="rId3" imgW="2514600" imgH="539115" progId="Equation.3">
                  <p:embed/>
                </p:oleObj>
              </mc:Choice>
              <mc:Fallback>
                <p:oleObj name="公式" r:id="rId3" imgW="2514600" imgH="539115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11300"/>
                        <a:ext cx="6577013" cy="1543050"/>
                      </a:xfrm>
                      <a:prstGeom prst="rect">
                        <a:avLst/>
                      </a:prstGeom>
                      <a:solidFill>
                        <a:srgbClr val="3333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6359" name="AutoShape 1031"/>
          <p:cNvSpPr>
            <a:spLocks noChangeArrowheads="1"/>
          </p:cNvSpPr>
          <p:nvPr/>
        </p:nvSpPr>
        <p:spPr bwMode="auto">
          <a:xfrm>
            <a:off x="7543800" y="3810000"/>
            <a:ext cx="1314450" cy="990600"/>
          </a:xfrm>
          <a:prstGeom prst="wedgeRectCallout">
            <a:avLst>
              <a:gd name="adj1" fmla="val -182486"/>
              <a:gd name="adj2" fmla="val 132532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甲先到</a:t>
            </a:r>
            <a:endParaRPr lang="zh-CN" altLang="en-US" sz="2800" b="1"/>
          </a:p>
          <a:p>
            <a:pPr eaLnBrk="1" hangingPunct="1"/>
            <a:r>
              <a:rPr lang="zh-CN" altLang="en-US" sz="2800" b="1"/>
              <a:t>的概率</a:t>
            </a:r>
            <a:endParaRPr lang="zh-CN" altLang="en-US" sz="3200" b="1"/>
          </a:p>
        </p:txBody>
      </p:sp>
      <p:sp>
        <p:nvSpPr>
          <p:cNvPr id="356360" name="Rectangle 1032"/>
          <p:cNvSpPr>
            <a:spLocks noChangeArrowheads="1"/>
          </p:cNvSpPr>
          <p:nvPr/>
        </p:nvSpPr>
        <p:spPr bwMode="auto">
          <a:xfrm>
            <a:off x="901700" y="3000375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由独立性</a:t>
            </a:r>
            <a:endParaRPr lang="zh-CN" altLang="en-US" sz="2800" b="1"/>
          </a:p>
        </p:txBody>
      </p:sp>
      <p:sp>
        <p:nvSpPr>
          <p:cNvPr id="356361" name="AutoShape 1033"/>
          <p:cNvSpPr>
            <a:spLocks noChangeArrowheads="1"/>
          </p:cNvSpPr>
          <p:nvPr/>
        </p:nvSpPr>
        <p:spPr bwMode="auto">
          <a:xfrm>
            <a:off x="685800" y="3581400"/>
            <a:ext cx="5543550" cy="1152525"/>
          </a:xfrm>
          <a:prstGeom prst="wedgeRectCallout">
            <a:avLst>
              <a:gd name="adj1" fmla="val -6556"/>
              <a:gd name="adj2" fmla="val 101241"/>
            </a:avLst>
          </a:prstGeom>
          <a:solidFill>
            <a:srgbClr val="FFFFE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先到的人等待另一人到达的时间不</a:t>
            </a:r>
            <a:endParaRPr lang="zh-CN" altLang="en-US" sz="2800" b="1"/>
          </a:p>
          <a:p>
            <a:pPr eaLnBrk="1" hangingPunct="1"/>
            <a:r>
              <a:rPr lang="zh-CN" altLang="en-US" sz="2800" b="1"/>
              <a:t>超过</a:t>
            </a:r>
            <a:r>
              <a:rPr lang="en-US" altLang="zh-CN" sz="2800" b="1"/>
              <a:t>5</a:t>
            </a:r>
            <a:r>
              <a:rPr lang="zh-CN" altLang="en-US" sz="2800" b="1"/>
              <a:t>分钟的概率</a:t>
            </a:r>
            <a:endParaRPr lang="zh-CN" altLang="en-US" sz="3200" b="1"/>
          </a:p>
        </p:txBody>
      </p:sp>
      <p:sp>
        <p:nvSpPr>
          <p:cNvPr id="356364" name="Rectangle 1036"/>
          <p:cNvSpPr>
            <a:spLocks noChangeArrowheads="1"/>
          </p:cNvSpPr>
          <p:nvPr/>
        </p:nvSpPr>
        <p:spPr bwMode="auto">
          <a:xfrm>
            <a:off x="4356100" y="5430838"/>
            <a:ext cx="1511300" cy="519112"/>
          </a:xfrm>
          <a:prstGeom prst="rect">
            <a:avLst/>
          </a:prstGeom>
          <a:solidFill>
            <a:srgbClr val="99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及</a:t>
            </a:r>
            <a:r>
              <a:rPr lang="en-US" altLang="zh-CN" b="1" i="1"/>
              <a:t>P</a:t>
            </a:r>
            <a:r>
              <a:rPr lang="en-US" altLang="zh-CN" b="1"/>
              <a:t>(</a:t>
            </a:r>
            <a:r>
              <a:rPr lang="en-US" altLang="zh-CN" b="1" i="1"/>
              <a:t>X</a:t>
            </a:r>
            <a:r>
              <a:rPr lang="en-US" altLang="zh-CN" b="1"/>
              <a:t>&lt;</a:t>
            </a:r>
            <a:r>
              <a:rPr lang="en-US" altLang="zh-CN" b="1" i="1"/>
              <a:t>Y</a:t>
            </a:r>
            <a:r>
              <a:rPr lang="en-US" altLang="zh-CN" b="1"/>
              <a:t>)</a:t>
            </a:r>
            <a:endParaRPr lang="en-US" altLang="zh-CN" b="1"/>
          </a:p>
        </p:txBody>
      </p:sp>
      <p:grpSp>
        <p:nvGrpSpPr>
          <p:cNvPr id="356368" name="Group 1040"/>
          <p:cNvGrpSpPr/>
          <p:nvPr/>
        </p:nvGrpSpPr>
        <p:grpSpPr bwMode="auto">
          <a:xfrm>
            <a:off x="827088" y="5373688"/>
            <a:ext cx="3328987" cy="519112"/>
            <a:chOff x="521" y="3385"/>
            <a:chExt cx="2097" cy="327"/>
          </a:xfrm>
        </p:grpSpPr>
        <p:sp>
          <p:nvSpPr>
            <p:cNvPr id="60425" name="Rectangle 1027"/>
            <p:cNvSpPr>
              <a:spLocks noChangeArrowheads="1"/>
            </p:cNvSpPr>
            <p:nvPr/>
          </p:nvSpPr>
          <p:spPr bwMode="auto">
            <a:xfrm>
              <a:off x="521" y="3385"/>
              <a:ext cx="2097" cy="327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所求为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( |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-</a:t>
              </a:r>
              <a:r>
                <a:rPr lang="en-US" altLang="zh-CN" sz="2800" b="1" i="1"/>
                <a:t>Y </a:t>
              </a:r>
              <a:r>
                <a:rPr lang="en-US" altLang="zh-CN" sz="2800" b="1"/>
                <a:t>|    5) ,</a:t>
              </a:r>
              <a:endParaRPr lang="en-US" altLang="zh-CN" sz="2800" b="1"/>
            </a:p>
          </p:txBody>
        </p:sp>
        <p:graphicFrame>
          <p:nvGraphicFramePr>
            <p:cNvPr id="60426" name="Object 1039"/>
            <p:cNvGraphicFramePr>
              <a:graphicFrameLocks noChangeAspect="1"/>
            </p:cNvGraphicFramePr>
            <p:nvPr/>
          </p:nvGraphicFramePr>
          <p:xfrm>
            <a:off x="2064" y="3430"/>
            <a:ext cx="224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98" name="Equation" r:id="rId5" imgW="47625" imgH="76835" progId="Equation.DSMT4">
                    <p:embed/>
                  </p:oleObj>
                </mc:Choice>
                <mc:Fallback>
                  <p:oleObj name="Equation" r:id="rId5" imgW="47625" imgH="76835" progId="Equation.DSMT4">
                    <p:embed/>
                    <p:pic>
                      <p:nvPicPr>
                        <p:cNvPr id="0" name="Object 10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430"/>
                          <a:ext cx="224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6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6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6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6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9" grpId="0" bldLvl="0" animBg="1" autoUpdateAnimBg="0"/>
      <p:bldP spid="356360" grpId="0" bldLvl="0" animBg="1" autoUpdateAnimBg="0"/>
      <p:bldP spid="356361" grpId="0" bldLvl="0" animBg="1" autoUpdateAnimBg="0"/>
      <p:bldP spid="356364" grpId="0" bldLvl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ChangeArrowheads="1"/>
          </p:cNvSpPr>
          <p:nvPr/>
        </p:nvSpPr>
        <p:spPr bwMode="auto">
          <a:xfrm>
            <a:off x="612775" y="74930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2060"/>
                </a:solidFill>
              </a:rPr>
              <a:t>解</a:t>
            </a:r>
            <a:endParaRPr lang="zh-CN" altLang="en-US" sz="2800" b="1">
              <a:solidFill>
                <a:srgbClr val="002060"/>
              </a:solidFill>
            </a:endParaRPr>
          </a:p>
        </p:txBody>
      </p:sp>
      <p:graphicFrame>
        <p:nvGraphicFramePr>
          <p:cNvPr id="408579" name="Object 3"/>
          <p:cNvGraphicFramePr>
            <a:graphicFrameLocks noChangeAspect="1"/>
          </p:cNvGraphicFramePr>
          <p:nvPr/>
        </p:nvGraphicFramePr>
        <p:xfrm>
          <a:off x="1450975" y="2712085"/>
          <a:ext cx="391033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1" name="Equation" r:id="rId1" imgW="1219200" imgH="317500" progId="Equation.DSMT4">
                  <p:embed/>
                </p:oleObj>
              </mc:Choice>
              <mc:Fallback>
                <p:oleObj name="Equation" r:id="rId1" imgW="1219200" imgH="317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2712085"/>
                        <a:ext cx="391033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8580" name="Group 4"/>
          <p:cNvGrpSpPr/>
          <p:nvPr/>
        </p:nvGrpSpPr>
        <p:grpSpPr bwMode="auto">
          <a:xfrm>
            <a:off x="1619250" y="1268413"/>
            <a:ext cx="2168525" cy="519112"/>
            <a:chOff x="1008" y="462"/>
            <a:chExt cx="1366" cy="327"/>
          </a:xfrm>
        </p:grpSpPr>
        <p:sp>
          <p:nvSpPr>
            <p:cNvPr id="61503" name="Rectangle 5"/>
            <p:cNvSpPr>
              <a:spLocks noChangeArrowheads="1"/>
            </p:cNvSpPr>
            <p:nvPr/>
          </p:nvSpPr>
          <p:spPr bwMode="auto">
            <a:xfrm>
              <a:off x="1008" y="462"/>
              <a:ext cx="136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 dirty="0">
                  <a:solidFill>
                    <a:srgbClr val="002060"/>
                  </a:solidFill>
                </a:rPr>
                <a:t>P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( | </a:t>
              </a:r>
              <a:r>
                <a:rPr lang="en-US" altLang="zh-CN" sz="2800" b="1" i="1" dirty="0">
                  <a:solidFill>
                    <a:srgbClr val="002060"/>
                  </a:solidFill>
                </a:rPr>
                <a:t>X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-</a:t>
              </a:r>
              <a:r>
                <a:rPr lang="en-US" altLang="zh-CN" sz="2800" b="1" i="1" dirty="0">
                  <a:solidFill>
                    <a:srgbClr val="002060"/>
                  </a:solidFill>
                </a:rPr>
                <a:t>Y</a:t>
              </a:r>
              <a:r>
                <a:rPr lang="en-US" altLang="zh-CN" sz="2800" b="1" dirty="0">
                  <a:solidFill>
                    <a:srgbClr val="002060"/>
                  </a:solidFill>
                </a:rPr>
                <a:t>|   5 ) </a:t>
              </a:r>
              <a:endParaRPr lang="en-US" altLang="zh-CN" sz="2800" b="1" dirty="0">
                <a:solidFill>
                  <a:srgbClr val="002060"/>
                </a:solidFill>
              </a:endParaRPr>
            </a:p>
          </p:txBody>
        </p:sp>
        <p:graphicFrame>
          <p:nvGraphicFramePr>
            <p:cNvPr id="61504" name="Object 6"/>
            <p:cNvGraphicFramePr>
              <a:graphicFrameLocks noChangeAspect="1"/>
            </p:cNvGraphicFramePr>
            <p:nvPr/>
          </p:nvGraphicFramePr>
          <p:xfrm>
            <a:off x="1837" y="507"/>
            <a:ext cx="207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2" name="Equation" r:id="rId3" imgW="47625" imgH="76835" progId="Equation.DSMT4">
                    <p:embed/>
                  </p:oleObj>
                </mc:Choice>
                <mc:Fallback>
                  <p:oleObj name="Equation" r:id="rId3" imgW="47625" imgH="7683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7" y="507"/>
                          <a:ext cx="207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8583" name="Group 7"/>
          <p:cNvGrpSpPr/>
          <p:nvPr/>
        </p:nvGrpSpPr>
        <p:grpSpPr bwMode="auto">
          <a:xfrm>
            <a:off x="5378450" y="331788"/>
            <a:ext cx="3079750" cy="2955925"/>
            <a:chOff x="3403" y="144"/>
            <a:chExt cx="1988" cy="1910"/>
          </a:xfrm>
        </p:grpSpPr>
        <p:graphicFrame>
          <p:nvGraphicFramePr>
            <p:cNvPr id="61479" name="Object 8"/>
            <p:cNvGraphicFramePr>
              <a:graphicFrameLocks noChangeAspect="1"/>
            </p:cNvGraphicFramePr>
            <p:nvPr/>
          </p:nvGraphicFramePr>
          <p:xfrm>
            <a:off x="5184" y="1824"/>
            <a:ext cx="20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3" name="公式" r:id="rId5" imgW="47625" imgH="48260" progId="Equation.3">
                    <p:embed/>
                  </p:oleObj>
                </mc:Choice>
                <mc:Fallback>
                  <p:oleObj name="公式" r:id="rId5" imgW="47625" imgH="4826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824"/>
                          <a:ext cx="20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80" name="Line 9"/>
            <p:cNvSpPr>
              <a:spLocks noChangeShapeType="1"/>
            </p:cNvSpPr>
            <p:nvPr/>
          </p:nvSpPr>
          <p:spPr bwMode="auto">
            <a:xfrm>
              <a:off x="3456" y="182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1" name="Line 10"/>
            <p:cNvSpPr>
              <a:spLocks noChangeShapeType="1"/>
            </p:cNvSpPr>
            <p:nvPr/>
          </p:nvSpPr>
          <p:spPr bwMode="auto">
            <a:xfrm flipV="1">
              <a:off x="3600" y="192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2" name="Line 11"/>
            <p:cNvSpPr>
              <a:spLocks noChangeShapeType="1"/>
            </p:cNvSpPr>
            <p:nvPr/>
          </p:nvSpPr>
          <p:spPr bwMode="auto">
            <a:xfrm>
              <a:off x="3888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3" name="Line 12"/>
            <p:cNvSpPr>
              <a:spLocks noChangeShapeType="1"/>
            </p:cNvSpPr>
            <p:nvPr/>
          </p:nvSpPr>
          <p:spPr bwMode="auto">
            <a:xfrm>
              <a:off x="4464" y="624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84" name="Line 13"/>
            <p:cNvSpPr>
              <a:spLocks noChangeShapeType="1"/>
            </p:cNvSpPr>
            <p:nvPr/>
          </p:nvSpPr>
          <p:spPr bwMode="auto">
            <a:xfrm>
              <a:off x="3888" y="6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85" name="Object 14"/>
            <p:cNvGraphicFramePr>
              <a:graphicFrameLocks noChangeAspect="1"/>
            </p:cNvGraphicFramePr>
            <p:nvPr/>
          </p:nvGraphicFramePr>
          <p:xfrm>
            <a:off x="3648" y="144"/>
            <a:ext cx="20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4" name="公式" r:id="rId7" imgW="47625" imgH="86360" progId="Equation.3">
                    <p:embed/>
                  </p:oleObj>
                </mc:Choice>
                <mc:Fallback>
                  <p:oleObj name="公式" r:id="rId7" imgW="47625" imgH="863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44"/>
                          <a:ext cx="20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6" name="Object 15"/>
            <p:cNvGraphicFramePr>
              <a:graphicFrameLocks noChangeAspect="1"/>
            </p:cNvGraphicFramePr>
            <p:nvPr/>
          </p:nvGraphicFramePr>
          <p:xfrm>
            <a:off x="3451" y="1824"/>
            <a:ext cx="149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5" name="公式" r:id="rId9" imgW="38100" imgH="106045" progId="Equation.3">
                    <p:embed/>
                  </p:oleObj>
                </mc:Choice>
                <mc:Fallback>
                  <p:oleObj name="公式" r:id="rId9" imgW="38100" imgH="10604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1" y="1824"/>
                          <a:ext cx="149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7" name="Object 16"/>
            <p:cNvGraphicFramePr>
              <a:graphicFrameLocks noChangeAspect="1"/>
            </p:cNvGraphicFramePr>
            <p:nvPr/>
          </p:nvGraphicFramePr>
          <p:xfrm>
            <a:off x="3800" y="1824"/>
            <a:ext cx="18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6" name="公式" r:id="rId11" imgW="104775" imgH="106045" progId="Equation.3">
                    <p:embed/>
                  </p:oleObj>
                </mc:Choice>
                <mc:Fallback>
                  <p:oleObj name="公式" r:id="rId11" imgW="104775" imgH="10604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0" y="1824"/>
                          <a:ext cx="18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8" name="Object 17"/>
            <p:cNvGraphicFramePr>
              <a:graphicFrameLocks noChangeAspect="1"/>
            </p:cNvGraphicFramePr>
            <p:nvPr/>
          </p:nvGraphicFramePr>
          <p:xfrm>
            <a:off x="4365" y="1834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7" name="公式" r:id="rId13" imgW="114300" imgH="106045" progId="Equation.3">
                    <p:embed/>
                  </p:oleObj>
                </mc:Choice>
                <mc:Fallback>
                  <p:oleObj name="公式" r:id="rId13" imgW="114300" imgH="10604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5" y="1834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9" name="Object 18"/>
            <p:cNvGraphicFramePr>
              <a:graphicFrameLocks noChangeAspect="1"/>
            </p:cNvGraphicFramePr>
            <p:nvPr/>
          </p:nvGraphicFramePr>
          <p:xfrm>
            <a:off x="3405" y="1550"/>
            <a:ext cx="19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8" name="公式" r:id="rId15" imgW="114300" imgH="106045" progId="Equation.3">
                    <p:embed/>
                  </p:oleObj>
                </mc:Choice>
                <mc:Fallback>
                  <p:oleObj name="公式" r:id="rId15" imgW="114300" imgH="106045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5" y="1550"/>
                          <a:ext cx="19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0" name="Object 19"/>
            <p:cNvGraphicFramePr>
              <a:graphicFrameLocks noChangeAspect="1"/>
            </p:cNvGraphicFramePr>
            <p:nvPr/>
          </p:nvGraphicFramePr>
          <p:xfrm>
            <a:off x="3408" y="576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49" name="公式" r:id="rId17" imgW="114300" imgH="106045" progId="Equation.3">
                    <p:embed/>
                  </p:oleObj>
                </mc:Choice>
                <mc:Fallback>
                  <p:oleObj name="公式" r:id="rId17" imgW="114300" imgH="106045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576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1" name="Object 20"/>
            <p:cNvGraphicFramePr>
              <a:graphicFrameLocks noChangeAspect="1"/>
            </p:cNvGraphicFramePr>
            <p:nvPr/>
          </p:nvGraphicFramePr>
          <p:xfrm>
            <a:off x="3403" y="1021"/>
            <a:ext cx="206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0" name="公式" r:id="rId19" imgW="123825" imgH="106045" progId="Equation.3">
                    <p:embed/>
                  </p:oleObj>
                </mc:Choice>
                <mc:Fallback>
                  <p:oleObj name="公式" r:id="rId19" imgW="123825" imgH="106045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021"/>
                          <a:ext cx="206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2" name="Object 21"/>
            <p:cNvGraphicFramePr>
              <a:graphicFrameLocks noChangeAspect="1"/>
            </p:cNvGraphicFramePr>
            <p:nvPr/>
          </p:nvGraphicFramePr>
          <p:xfrm>
            <a:off x="3600" y="597"/>
            <a:ext cx="96" cy="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1" name="公式" r:id="rId21" imgW="9525" imgH="9525" progId="Equation.3">
                    <p:embed/>
                  </p:oleObj>
                </mc:Choice>
                <mc:Fallback>
                  <p:oleObj name="公式" r:id="rId21" imgW="9525" imgH="952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597"/>
                          <a:ext cx="96" cy="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3" name="Object 22"/>
            <p:cNvGraphicFramePr>
              <a:graphicFrameLocks noChangeAspect="1"/>
            </p:cNvGraphicFramePr>
            <p:nvPr/>
          </p:nvGraphicFramePr>
          <p:xfrm>
            <a:off x="3600" y="1029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2" name="公式" r:id="rId23" imgW="9525" imgH="9525" progId="Equation.3">
                    <p:embed/>
                  </p:oleObj>
                </mc:Choice>
                <mc:Fallback>
                  <p:oleObj name="公式" r:id="rId23" imgW="9525" imgH="9525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029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4" name="Object 23"/>
            <p:cNvGraphicFramePr>
              <a:graphicFrameLocks noChangeAspect="1"/>
            </p:cNvGraphicFramePr>
            <p:nvPr/>
          </p:nvGraphicFramePr>
          <p:xfrm>
            <a:off x="3601" y="1440"/>
            <a:ext cx="95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3" name="公式" r:id="rId25" imgW="9525" imgH="9525" progId="Equation.3">
                    <p:embed/>
                  </p:oleObj>
                </mc:Choice>
                <mc:Fallback>
                  <p:oleObj name="公式" r:id="rId25" imgW="9525" imgH="952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1" y="1440"/>
                          <a:ext cx="95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95" name="Object 24"/>
            <p:cNvGraphicFramePr>
              <a:graphicFrameLocks noChangeAspect="1"/>
            </p:cNvGraphicFramePr>
            <p:nvPr/>
          </p:nvGraphicFramePr>
          <p:xfrm>
            <a:off x="3600" y="1632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4" name="公式" r:id="rId27" imgW="9525" imgH="9525" progId="Equation.3">
                    <p:embed/>
                  </p:oleObj>
                </mc:Choice>
                <mc:Fallback>
                  <p:oleObj name="公式" r:id="rId27" imgW="9525" imgH="9525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1632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96" name="Line 25"/>
            <p:cNvSpPr>
              <a:spLocks noChangeShapeType="1"/>
            </p:cNvSpPr>
            <p:nvPr/>
          </p:nvSpPr>
          <p:spPr bwMode="auto">
            <a:xfrm flipH="1">
              <a:off x="3888" y="1008"/>
              <a:ext cx="576" cy="62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7" name="Line 26"/>
            <p:cNvSpPr>
              <a:spLocks noChangeShapeType="1"/>
            </p:cNvSpPr>
            <p:nvPr/>
          </p:nvSpPr>
          <p:spPr bwMode="auto">
            <a:xfrm flipH="1">
              <a:off x="3888" y="816"/>
              <a:ext cx="576" cy="624"/>
            </a:xfrm>
            <a:prstGeom prst="line">
              <a:avLst/>
            </a:prstGeom>
            <a:noFill/>
            <a:ln w="9525">
              <a:solidFill>
                <a:srgbClr val="CCCC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8" name="Line 27"/>
            <p:cNvSpPr>
              <a:spLocks noChangeShapeType="1"/>
            </p:cNvSpPr>
            <p:nvPr/>
          </p:nvSpPr>
          <p:spPr bwMode="auto">
            <a:xfrm flipH="1">
              <a:off x="3888" y="912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99" name="Line 28"/>
            <p:cNvSpPr>
              <a:spLocks noChangeShapeType="1"/>
            </p:cNvSpPr>
            <p:nvPr/>
          </p:nvSpPr>
          <p:spPr bwMode="auto">
            <a:xfrm flipH="1">
              <a:off x="3888" y="864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00" name="Line 29"/>
            <p:cNvSpPr>
              <a:spLocks noChangeShapeType="1"/>
            </p:cNvSpPr>
            <p:nvPr/>
          </p:nvSpPr>
          <p:spPr bwMode="auto">
            <a:xfrm flipH="1">
              <a:off x="3888" y="960"/>
              <a:ext cx="576" cy="62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501" name="Object 30"/>
            <p:cNvGraphicFramePr>
              <a:graphicFrameLocks noChangeAspect="1"/>
            </p:cNvGraphicFramePr>
            <p:nvPr/>
          </p:nvGraphicFramePr>
          <p:xfrm>
            <a:off x="4491" y="857"/>
            <a:ext cx="597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5" name="公式" r:id="rId29" imgW="495300" imgH="115570" progId="Equation.3">
                    <p:embed/>
                  </p:oleObj>
                </mc:Choice>
                <mc:Fallback>
                  <p:oleObj name="公式" r:id="rId29" imgW="495300" imgH="11557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1" y="857"/>
                          <a:ext cx="597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2" name="Object 31"/>
            <p:cNvGraphicFramePr>
              <a:graphicFrameLocks noChangeAspect="1"/>
            </p:cNvGraphicFramePr>
            <p:nvPr/>
          </p:nvGraphicFramePr>
          <p:xfrm>
            <a:off x="4466" y="667"/>
            <a:ext cx="690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6" name="公式" r:id="rId31" imgW="581025" imgH="115570" progId="Equation.3">
                    <p:embed/>
                  </p:oleObj>
                </mc:Choice>
                <mc:Fallback>
                  <p:oleObj name="公式" r:id="rId31" imgW="581025" imgH="11557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667"/>
                          <a:ext cx="690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8608" name="Rectangle 32"/>
          <p:cNvSpPr>
            <a:spLocks noChangeArrowheads="1"/>
          </p:cNvSpPr>
          <p:nvPr/>
        </p:nvSpPr>
        <p:spPr bwMode="auto">
          <a:xfrm>
            <a:off x="1371600" y="2001838"/>
            <a:ext cx="2652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2060"/>
                </a:solidFill>
              </a:rPr>
              <a:t>=</a:t>
            </a:r>
            <a:r>
              <a:rPr lang="en-US" altLang="zh-CN" sz="2800" b="1" i="1">
                <a:solidFill>
                  <a:srgbClr val="002060"/>
                </a:solidFill>
              </a:rPr>
              <a:t>P</a:t>
            </a:r>
            <a:r>
              <a:rPr lang="en-US" altLang="zh-CN" sz="2800" b="1">
                <a:solidFill>
                  <a:srgbClr val="002060"/>
                </a:solidFill>
              </a:rPr>
              <a:t>( -5&lt; </a:t>
            </a:r>
            <a:r>
              <a:rPr lang="en-US" altLang="zh-CN" sz="2800" b="1" i="1">
                <a:solidFill>
                  <a:srgbClr val="002060"/>
                </a:solidFill>
              </a:rPr>
              <a:t>X</a:t>
            </a:r>
            <a:r>
              <a:rPr lang="en-US" altLang="zh-CN" sz="2800" b="1">
                <a:solidFill>
                  <a:srgbClr val="002060"/>
                </a:solidFill>
              </a:rPr>
              <a:t> -</a:t>
            </a:r>
            <a:r>
              <a:rPr lang="en-US" altLang="zh-CN" sz="2800" b="1" i="1">
                <a:solidFill>
                  <a:srgbClr val="002060"/>
                </a:solidFill>
              </a:rPr>
              <a:t>Y</a:t>
            </a:r>
            <a:r>
              <a:rPr lang="en-US" altLang="zh-CN" sz="2800" b="1">
                <a:solidFill>
                  <a:srgbClr val="002060"/>
                </a:solidFill>
              </a:rPr>
              <a:t> &lt;5)</a:t>
            </a:r>
            <a:endParaRPr lang="en-US" altLang="zh-CN" sz="2800" b="1">
              <a:solidFill>
                <a:srgbClr val="002060"/>
              </a:solidFill>
            </a:endParaRPr>
          </a:p>
        </p:txBody>
      </p:sp>
      <p:grpSp>
        <p:nvGrpSpPr>
          <p:cNvPr id="408609" name="Group 33"/>
          <p:cNvGrpSpPr/>
          <p:nvPr/>
        </p:nvGrpSpPr>
        <p:grpSpPr bwMode="auto">
          <a:xfrm>
            <a:off x="5364163" y="3276600"/>
            <a:ext cx="3155950" cy="3032125"/>
            <a:chOff x="3499" y="2122"/>
            <a:chExt cx="1988" cy="1910"/>
          </a:xfrm>
        </p:grpSpPr>
        <p:graphicFrame>
          <p:nvGraphicFramePr>
            <p:cNvPr id="61452" name="Object 34"/>
            <p:cNvGraphicFramePr>
              <a:graphicFrameLocks noChangeAspect="1"/>
            </p:cNvGraphicFramePr>
            <p:nvPr/>
          </p:nvGraphicFramePr>
          <p:xfrm>
            <a:off x="5280" y="3802"/>
            <a:ext cx="207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7" name="公式" r:id="rId33" imgW="47625" imgH="48260" progId="Equation.3">
                    <p:embed/>
                  </p:oleObj>
                </mc:Choice>
                <mc:Fallback>
                  <p:oleObj name="公式" r:id="rId33" imgW="47625" imgH="4826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3802"/>
                          <a:ext cx="207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53" name="Line 35"/>
            <p:cNvSpPr>
              <a:spLocks noChangeShapeType="1"/>
            </p:cNvSpPr>
            <p:nvPr/>
          </p:nvSpPr>
          <p:spPr bwMode="auto">
            <a:xfrm>
              <a:off x="3552" y="380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4" name="Line 36"/>
            <p:cNvSpPr>
              <a:spLocks noChangeShapeType="1"/>
            </p:cNvSpPr>
            <p:nvPr/>
          </p:nvSpPr>
          <p:spPr bwMode="auto">
            <a:xfrm flipV="1">
              <a:off x="3696" y="2170"/>
              <a:ext cx="0" cy="18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5" name="Line 37"/>
            <p:cNvSpPr>
              <a:spLocks noChangeShapeType="1"/>
            </p:cNvSpPr>
            <p:nvPr/>
          </p:nvSpPr>
          <p:spPr bwMode="auto">
            <a:xfrm>
              <a:off x="3984" y="260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6" name="Line 38"/>
            <p:cNvSpPr>
              <a:spLocks noChangeShapeType="1"/>
            </p:cNvSpPr>
            <p:nvPr/>
          </p:nvSpPr>
          <p:spPr bwMode="auto">
            <a:xfrm>
              <a:off x="4560" y="260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7" name="Line 39"/>
            <p:cNvSpPr>
              <a:spLocks noChangeShapeType="1"/>
            </p:cNvSpPr>
            <p:nvPr/>
          </p:nvSpPr>
          <p:spPr bwMode="auto">
            <a:xfrm>
              <a:off x="3984" y="260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61458" name="Object 40"/>
            <p:cNvGraphicFramePr>
              <a:graphicFrameLocks noChangeAspect="1"/>
            </p:cNvGraphicFramePr>
            <p:nvPr/>
          </p:nvGraphicFramePr>
          <p:xfrm>
            <a:off x="3744" y="2122"/>
            <a:ext cx="20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8" name="公式" r:id="rId35" imgW="47625" imgH="86360" progId="Equation.3">
                    <p:embed/>
                  </p:oleObj>
                </mc:Choice>
                <mc:Fallback>
                  <p:oleObj name="公式" r:id="rId35" imgW="47625" imgH="8636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2122"/>
                          <a:ext cx="20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59" name="Object 41"/>
            <p:cNvGraphicFramePr>
              <a:graphicFrameLocks noChangeAspect="1"/>
            </p:cNvGraphicFramePr>
            <p:nvPr/>
          </p:nvGraphicFramePr>
          <p:xfrm>
            <a:off x="3547" y="3802"/>
            <a:ext cx="149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59" name="公式" r:id="rId37" imgW="38100" imgH="106045" progId="Equation.3">
                    <p:embed/>
                  </p:oleObj>
                </mc:Choice>
                <mc:Fallback>
                  <p:oleObj name="公式" r:id="rId37" imgW="38100" imgH="106045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" y="3802"/>
                          <a:ext cx="149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0" name="Object 42"/>
            <p:cNvGraphicFramePr>
              <a:graphicFrameLocks noChangeAspect="1"/>
            </p:cNvGraphicFramePr>
            <p:nvPr/>
          </p:nvGraphicFramePr>
          <p:xfrm>
            <a:off x="3896" y="3802"/>
            <a:ext cx="184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0" name="公式" r:id="rId39" imgW="104775" imgH="106045" progId="Equation.3">
                    <p:embed/>
                  </p:oleObj>
                </mc:Choice>
                <mc:Fallback>
                  <p:oleObj name="公式" r:id="rId39" imgW="104775" imgH="10604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6" y="3802"/>
                          <a:ext cx="184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1" name="Object 43"/>
            <p:cNvGraphicFramePr>
              <a:graphicFrameLocks noChangeAspect="1"/>
            </p:cNvGraphicFramePr>
            <p:nvPr/>
          </p:nvGraphicFramePr>
          <p:xfrm>
            <a:off x="4461" y="3812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1" name="公式" r:id="rId41" imgW="114300" imgH="106045" progId="Equation.3">
                    <p:embed/>
                  </p:oleObj>
                </mc:Choice>
                <mc:Fallback>
                  <p:oleObj name="公式" r:id="rId41" imgW="114300" imgH="106045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1" y="3812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2" name="Object 44"/>
            <p:cNvGraphicFramePr>
              <a:graphicFrameLocks noChangeAspect="1"/>
            </p:cNvGraphicFramePr>
            <p:nvPr/>
          </p:nvGraphicFramePr>
          <p:xfrm>
            <a:off x="3501" y="3528"/>
            <a:ext cx="195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2" name="公式" r:id="rId43" imgW="114300" imgH="106045" progId="Equation.3">
                    <p:embed/>
                  </p:oleObj>
                </mc:Choice>
                <mc:Fallback>
                  <p:oleObj name="公式" r:id="rId43" imgW="114300" imgH="106045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1" y="3528"/>
                          <a:ext cx="195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3" name="Object 45"/>
            <p:cNvGraphicFramePr>
              <a:graphicFrameLocks noChangeAspect="1"/>
            </p:cNvGraphicFramePr>
            <p:nvPr/>
          </p:nvGraphicFramePr>
          <p:xfrm>
            <a:off x="3504" y="2554"/>
            <a:ext cx="195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3" name="公式" r:id="rId45" imgW="114300" imgH="106045" progId="Equation.3">
                    <p:embed/>
                  </p:oleObj>
                </mc:Choice>
                <mc:Fallback>
                  <p:oleObj name="公式" r:id="rId45" imgW="114300" imgH="10604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554"/>
                          <a:ext cx="195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4" name="Object 46"/>
            <p:cNvGraphicFramePr>
              <a:graphicFrameLocks noChangeAspect="1"/>
            </p:cNvGraphicFramePr>
            <p:nvPr/>
          </p:nvGraphicFramePr>
          <p:xfrm>
            <a:off x="3499" y="2999"/>
            <a:ext cx="206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4" name="公式" r:id="rId47" imgW="123825" imgH="106045" progId="Equation.3">
                    <p:embed/>
                  </p:oleObj>
                </mc:Choice>
                <mc:Fallback>
                  <p:oleObj name="公式" r:id="rId47" imgW="123825" imgH="10604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9" y="2999"/>
                          <a:ext cx="206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5" name="Object 47"/>
            <p:cNvGraphicFramePr>
              <a:graphicFrameLocks noChangeAspect="1"/>
            </p:cNvGraphicFramePr>
            <p:nvPr/>
          </p:nvGraphicFramePr>
          <p:xfrm>
            <a:off x="3696" y="2575"/>
            <a:ext cx="96" cy="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5" name="公式" r:id="rId49" imgW="9525" imgH="9525" progId="Equation.3">
                    <p:embed/>
                  </p:oleObj>
                </mc:Choice>
                <mc:Fallback>
                  <p:oleObj name="公式" r:id="rId49" imgW="9525" imgH="9525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2575"/>
                          <a:ext cx="96" cy="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6" name="Object 48"/>
            <p:cNvGraphicFramePr>
              <a:graphicFrameLocks noChangeAspect="1"/>
            </p:cNvGraphicFramePr>
            <p:nvPr/>
          </p:nvGraphicFramePr>
          <p:xfrm>
            <a:off x="3696" y="3007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6" name="公式" r:id="rId51" imgW="9525" imgH="9525" progId="Equation.3">
                    <p:embed/>
                  </p:oleObj>
                </mc:Choice>
                <mc:Fallback>
                  <p:oleObj name="公式" r:id="rId51" imgW="9525" imgH="9525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007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7" name="Object 49"/>
            <p:cNvGraphicFramePr>
              <a:graphicFrameLocks noChangeAspect="1"/>
            </p:cNvGraphicFramePr>
            <p:nvPr/>
          </p:nvGraphicFramePr>
          <p:xfrm>
            <a:off x="3697" y="3418"/>
            <a:ext cx="95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7" name="公式" r:id="rId53" imgW="9525" imgH="9525" progId="Equation.3">
                    <p:embed/>
                  </p:oleObj>
                </mc:Choice>
                <mc:Fallback>
                  <p:oleObj name="公式" r:id="rId53" imgW="9525" imgH="9525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7" y="3418"/>
                          <a:ext cx="95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8" name="Object 50"/>
            <p:cNvGraphicFramePr>
              <a:graphicFrameLocks noChangeAspect="1"/>
            </p:cNvGraphicFramePr>
            <p:nvPr/>
          </p:nvGraphicFramePr>
          <p:xfrm>
            <a:off x="3696" y="3610"/>
            <a:ext cx="96" cy="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8" name="公式" r:id="rId55" imgW="9525" imgH="9525" progId="Equation.3">
                    <p:embed/>
                  </p:oleObj>
                </mc:Choice>
                <mc:Fallback>
                  <p:oleObj name="公式" r:id="rId55" imgW="9525" imgH="9525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3610"/>
                          <a:ext cx="96" cy="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69" name="Object 51"/>
            <p:cNvGraphicFramePr>
              <a:graphicFrameLocks noChangeAspect="1"/>
            </p:cNvGraphicFramePr>
            <p:nvPr/>
          </p:nvGraphicFramePr>
          <p:xfrm>
            <a:off x="4560" y="2784"/>
            <a:ext cx="385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269" name="公式" r:id="rId57" imgW="295275" imgH="86360" progId="Equation.3">
                    <p:embed/>
                  </p:oleObj>
                </mc:Choice>
                <mc:Fallback>
                  <p:oleObj name="公式" r:id="rId57" imgW="295275" imgH="8636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2784"/>
                          <a:ext cx="385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470" name="Line 52"/>
            <p:cNvSpPr>
              <a:spLocks noChangeShapeType="1"/>
            </p:cNvSpPr>
            <p:nvPr/>
          </p:nvSpPr>
          <p:spPr bwMode="auto">
            <a:xfrm flipV="1">
              <a:off x="3696" y="2880"/>
              <a:ext cx="912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1" name="Line 53"/>
            <p:cNvSpPr>
              <a:spLocks noChangeShapeType="1"/>
            </p:cNvSpPr>
            <p:nvPr/>
          </p:nvSpPr>
          <p:spPr bwMode="auto">
            <a:xfrm flipH="1">
              <a:off x="3984" y="2592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2" name="Line 54"/>
            <p:cNvSpPr>
              <a:spLocks noChangeShapeType="1"/>
            </p:cNvSpPr>
            <p:nvPr/>
          </p:nvSpPr>
          <p:spPr bwMode="auto">
            <a:xfrm flipH="1">
              <a:off x="3984" y="2592"/>
              <a:ext cx="480" cy="48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3" name="Line 55"/>
            <p:cNvSpPr>
              <a:spLocks noChangeShapeType="1"/>
            </p:cNvSpPr>
            <p:nvPr/>
          </p:nvSpPr>
          <p:spPr bwMode="auto">
            <a:xfrm flipH="1">
              <a:off x="3984" y="2592"/>
              <a:ext cx="336" cy="33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4" name="Line 56"/>
            <p:cNvSpPr>
              <a:spLocks noChangeShapeType="1"/>
            </p:cNvSpPr>
            <p:nvPr/>
          </p:nvSpPr>
          <p:spPr bwMode="auto">
            <a:xfrm flipH="1">
              <a:off x="3984" y="2592"/>
              <a:ext cx="144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5" name="Line 57"/>
            <p:cNvSpPr>
              <a:spLocks noChangeShapeType="1"/>
            </p:cNvSpPr>
            <p:nvPr/>
          </p:nvSpPr>
          <p:spPr bwMode="auto">
            <a:xfrm flipH="1">
              <a:off x="3984" y="2688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6" name="Line 58"/>
            <p:cNvSpPr>
              <a:spLocks noChangeShapeType="1"/>
            </p:cNvSpPr>
            <p:nvPr/>
          </p:nvSpPr>
          <p:spPr bwMode="auto">
            <a:xfrm flipH="1">
              <a:off x="3984" y="2784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7" name="Line 59"/>
            <p:cNvSpPr>
              <a:spLocks noChangeShapeType="1"/>
            </p:cNvSpPr>
            <p:nvPr/>
          </p:nvSpPr>
          <p:spPr bwMode="auto">
            <a:xfrm flipH="1">
              <a:off x="3984" y="2880"/>
              <a:ext cx="576" cy="57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78" name="Line 60"/>
            <p:cNvSpPr>
              <a:spLocks noChangeShapeType="1"/>
            </p:cNvSpPr>
            <p:nvPr/>
          </p:nvSpPr>
          <p:spPr bwMode="auto">
            <a:xfrm flipH="1">
              <a:off x="3984" y="2592"/>
              <a:ext cx="24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8637" name="Rectangle 61"/>
          <p:cNvSpPr>
            <a:spLocks noChangeArrowheads="1"/>
          </p:cNvSpPr>
          <p:nvPr/>
        </p:nvSpPr>
        <p:spPr bwMode="auto">
          <a:xfrm>
            <a:off x="612775" y="5049838"/>
            <a:ext cx="12969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2060"/>
                </a:solidFill>
              </a:rPr>
              <a:t>P</a:t>
            </a:r>
            <a:r>
              <a:rPr lang="en-US" altLang="zh-CN" sz="2800" b="1">
                <a:solidFill>
                  <a:srgbClr val="002060"/>
                </a:solidFill>
              </a:rPr>
              <a:t>(</a:t>
            </a:r>
            <a:r>
              <a:rPr lang="en-US" altLang="zh-CN" sz="2800" b="1" i="1">
                <a:solidFill>
                  <a:srgbClr val="002060"/>
                </a:solidFill>
              </a:rPr>
              <a:t>X</a:t>
            </a:r>
            <a:r>
              <a:rPr lang="en-US" altLang="zh-CN" sz="2800" b="1">
                <a:solidFill>
                  <a:srgbClr val="002060"/>
                </a:solidFill>
              </a:rPr>
              <a:t>&lt;</a:t>
            </a:r>
            <a:r>
              <a:rPr lang="en-US" altLang="zh-CN" sz="2800" b="1" i="1">
                <a:solidFill>
                  <a:srgbClr val="002060"/>
                </a:solidFill>
              </a:rPr>
              <a:t>Y</a:t>
            </a:r>
            <a:r>
              <a:rPr lang="en-US" altLang="zh-CN" sz="2800" b="1">
                <a:solidFill>
                  <a:srgbClr val="002060"/>
                </a:solidFill>
              </a:rPr>
              <a:t>)</a:t>
            </a:r>
            <a:endParaRPr lang="en-US" altLang="zh-CN" sz="2800" b="1">
              <a:solidFill>
                <a:srgbClr val="002060"/>
              </a:solidFill>
            </a:endParaRPr>
          </a:p>
        </p:txBody>
      </p:sp>
      <p:graphicFrame>
        <p:nvGraphicFramePr>
          <p:cNvPr id="408638" name="Object 62"/>
          <p:cNvGraphicFramePr>
            <a:graphicFrameLocks noChangeAspect="1"/>
          </p:cNvGraphicFramePr>
          <p:nvPr/>
        </p:nvGraphicFramePr>
        <p:xfrm>
          <a:off x="1910080" y="4771708"/>
          <a:ext cx="33147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0" name="公式" r:id="rId59" imgW="1190625" imgH="317500" progId="Equation.3">
                  <p:embed/>
                </p:oleObj>
              </mc:Choice>
              <mc:Fallback>
                <p:oleObj name="公式" r:id="rId59" imgW="1190625" imgH="317500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0080" y="4771708"/>
                        <a:ext cx="33147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639" name="Object 63"/>
          <p:cNvGraphicFramePr>
            <a:graphicFrameLocks noChangeAspect="1"/>
          </p:cNvGraphicFramePr>
          <p:nvPr/>
        </p:nvGraphicFramePr>
        <p:xfrm>
          <a:off x="1979613" y="5889625"/>
          <a:ext cx="90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1" name="Equation" r:id="rId61" imgW="828675" imgH="346710" progId="Equation.DSMT4">
                  <p:embed/>
                </p:oleObj>
              </mc:Choice>
              <mc:Fallback>
                <p:oleObj name="Equation" r:id="rId61" imgW="828675" imgH="34671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889625"/>
                        <a:ext cx="901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640" name="Object 64"/>
          <p:cNvGraphicFramePr>
            <a:graphicFrameLocks noChangeAspect="1"/>
          </p:cNvGraphicFramePr>
          <p:nvPr/>
        </p:nvGraphicFramePr>
        <p:xfrm>
          <a:off x="1450975" y="3933825"/>
          <a:ext cx="88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2" name="Equation" r:id="rId63" imgW="809625" imgH="346710" progId="Equation.DSMT4">
                  <p:embed/>
                </p:oleObj>
              </mc:Choice>
              <mc:Fallback>
                <p:oleObj name="Equation" r:id="rId63" imgW="809625" imgH="34671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75" y="3933825"/>
                        <a:ext cx="88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0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408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0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0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08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bldLvl="0" animBg="1" autoUpdateAnimBg="0"/>
      <p:bldP spid="408608" grpId="0" bldLvl="0" animBg="1" autoUpdateAnimBg="0"/>
      <p:bldP spid="408637" grpId="0" bldLvl="0" animBg="1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1828800" y="533400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盒内有   个白球 </a:t>
            </a:r>
            <a:r>
              <a:rPr kumimoji="0" lang="en-US" altLang="zh-CN" sz="2800" b="1">
                <a:latin typeface="Arial" panose="020B0604020202020204" pitchFamily="34" charset="0"/>
              </a:rPr>
              <a:t>,    </a:t>
            </a:r>
            <a:r>
              <a:rPr kumimoji="0" lang="zh-CN" altLang="en-US" sz="2800" b="1">
                <a:latin typeface="Arial" panose="020B0604020202020204" pitchFamily="34" charset="0"/>
              </a:rPr>
              <a:t>个黑球</a:t>
            </a:r>
            <a:r>
              <a:rPr kumimoji="0" lang="en-US" altLang="zh-CN" sz="2800" b="1">
                <a:latin typeface="Arial" panose="020B0604020202020204" pitchFamily="34" charset="0"/>
              </a:rPr>
              <a:t>,</a:t>
            </a:r>
            <a:r>
              <a:rPr kumimoji="0" lang="zh-CN" altLang="en-US" sz="2800" b="1">
                <a:latin typeface="Arial" panose="020B0604020202020204" pitchFamily="34" charset="0"/>
              </a:rPr>
              <a:t>有放回地摸球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62467" name="Rectangle 3"/>
          <p:cNvSpPr>
            <a:spLocks noChangeArrowheads="1"/>
          </p:cNvSpPr>
          <p:nvPr/>
        </p:nvSpPr>
        <p:spPr bwMode="auto">
          <a:xfrm>
            <a:off x="1036638" y="53340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/>
              <a:t> </a:t>
            </a:r>
            <a:r>
              <a:rPr lang="zh-CN" altLang="en-US" sz="2800" b="1"/>
              <a:t>例</a:t>
            </a:r>
            <a:r>
              <a:rPr lang="en-US" altLang="zh-CN" sz="2800" b="1"/>
              <a:t>3</a:t>
            </a:r>
            <a:r>
              <a:rPr lang="en-US" altLang="zh-CN" sz="2800" b="1">
                <a:solidFill>
                  <a:schemeClr val="hlink"/>
                </a:solidFill>
              </a:rPr>
              <a:t> </a:t>
            </a:r>
            <a:endParaRPr lang="en-US" altLang="zh-CN" sz="2800" b="1">
              <a:solidFill>
                <a:schemeClr val="hlink"/>
              </a:solidFill>
            </a:endParaRPr>
          </a:p>
        </p:txBody>
      </p:sp>
      <p:sp>
        <p:nvSpPr>
          <p:cNvPr id="62468" name="Rectangle 4"/>
          <p:cNvSpPr>
            <a:spLocks noChangeArrowheads="1"/>
          </p:cNvSpPr>
          <p:nvPr/>
        </p:nvSpPr>
        <p:spPr bwMode="auto">
          <a:xfrm>
            <a:off x="388938" y="1181100"/>
            <a:ext cx="996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Arial" panose="020B0604020202020204" pitchFamily="34" charset="0"/>
              </a:rPr>
              <a:t>两次</a:t>
            </a:r>
            <a:r>
              <a:rPr kumimoji="0" lang="en-US" altLang="zh-CN" sz="2800" b="1">
                <a:latin typeface="Arial" panose="020B0604020202020204" pitchFamily="34" charset="0"/>
              </a:rPr>
              <a:t>.</a:t>
            </a:r>
            <a:endParaRPr kumimoji="0" lang="en-US" altLang="zh-CN" sz="2800" b="1">
              <a:latin typeface="Arial" panose="020B0604020202020204" pitchFamily="34" charset="0"/>
            </a:endParaRPr>
          </a:p>
        </p:txBody>
      </p:sp>
      <p:sp>
        <p:nvSpPr>
          <p:cNvPr id="62469" name="Text Box 5"/>
          <p:cNvSpPr txBox="1">
            <a:spLocks noChangeArrowheads="1"/>
          </p:cNvSpPr>
          <p:nvPr/>
        </p:nvSpPr>
        <p:spPr bwMode="auto">
          <a:xfrm>
            <a:off x="1325563" y="1165225"/>
            <a:ext cx="86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设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62470" name="Text Box 6"/>
          <p:cNvSpPr txBox="1">
            <a:spLocks noChangeArrowheads="1"/>
          </p:cNvSpPr>
          <p:nvPr/>
        </p:nvSpPr>
        <p:spPr bwMode="auto">
          <a:xfrm>
            <a:off x="2620963" y="1670050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次摸到白球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62471" name="Text Box 7"/>
          <p:cNvSpPr txBox="1">
            <a:spLocks noChangeArrowheads="1"/>
          </p:cNvSpPr>
          <p:nvPr/>
        </p:nvSpPr>
        <p:spPr bwMode="auto">
          <a:xfrm>
            <a:off x="2620963" y="224631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1</a:t>
            </a:r>
            <a:r>
              <a:rPr kumimoji="0" lang="zh-CN" altLang="en-US" sz="2800" b="1">
                <a:latin typeface="Arial" panose="020B0604020202020204" pitchFamily="34" charset="0"/>
              </a:rPr>
              <a:t>次摸到黑球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2620963" y="2981325"/>
            <a:ext cx="2663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次摸到白球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2620963" y="3557588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第</a:t>
            </a:r>
            <a:r>
              <a:rPr kumimoji="0" lang="en-US" altLang="zh-CN" sz="2800" b="1">
                <a:latin typeface="Arial" panose="020B0604020202020204" pitchFamily="34" charset="0"/>
              </a:rPr>
              <a:t>2</a:t>
            </a:r>
            <a:r>
              <a:rPr kumimoji="0" lang="zh-CN" altLang="en-US" sz="2800" b="1">
                <a:latin typeface="Arial" panose="020B0604020202020204" pitchFamily="34" charset="0"/>
              </a:rPr>
              <a:t>次摸到黑球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aphicFrame>
        <p:nvGraphicFramePr>
          <p:cNvPr id="62474" name="Object 12"/>
          <p:cNvGraphicFramePr>
            <a:graphicFrameLocks noChangeAspect="1"/>
          </p:cNvGraphicFramePr>
          <p:nvPr/>
        </p:nvGraphicFramePr>
        <p:xfrm>
          <a:off x="2916238" y="620713"/>
          <a:ext cx="4556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2" name="公式" r:id="rId1" imgW="127000" imgH="139700" progId="Equation.3">
                  <p:embed/>
                </p:oleObj>
              </mc:Choice>
              <mc:Fallback>
                <p:oleObj name="公式" r:id="rId1" imgW="127000" imgH="139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620713"/>
                        <a:ext cx="4556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5" name="Object 13"/>
          <p:cNvGraphicFramePr>
            <a:graphicFrameLocks noChangeAspect="1"/>
          </p:cNvGraphicFramePr>
          <p:nvPr/>
        </p:nvGraphicFramePr>
        <p:xfrm>
          <a:off x="4500563" y="549275"/>
          <a:ext cx="5937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3" name="公式" r:id="rId3" imgW="165100" imgH="139700" progId="Equation.3">
                  <p:embed/>
                </p:oleObj>
              </mc:Choice>
              <mc:Fallback>
                <p:oleObj name="公式" r:id="rId3" imgW="165100" imgH="1397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49275"/>
                        <a:ext cx="59372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6" name="Object 14"/>
          <p:cNvGraphicFramePr>
            <a:graphicFrameLocks noChangeAspect="1"/>
          </p:cNvGraphicFramePr>
          <p:nvPr/>
        </p:nvGraphicFramePr>
        <p:xfrm>
          <a:off x="1403350" y="1700213"/>
          <a:ext cx="1152525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4" name="公式" r:id="rId5" imgW="482600" imgH="457200" progId="Equation.3">
                  <p:embed/>
                </p:oleObj>
              </mc:Choice>
              <mc:Fallback>
                <p:oleObj name="公式" r:id="rId5" imgW="48260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700213"/>
                        <a:ext cx="1152525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7" name="Object 15"/>
          <p:cNvGraphicFramePr>
            <a:graphicFrameLocks noChangeAspect="1"/>
          </p:cNvGraphicFramePr>
          <p:nvPr/>
        </p:nvGraphicFramePr>
        <p:xfrm>
          <a:off x="1476375" y="2997200"/>
          <a:ext cx="1062038" cy="109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25" name="公式" r:id="rId7" imgW="444500" imgH="457200" progId="Equation.3">
                  <p:embed/>
                </p:oleObj>
              </mc:Choice>
              <mc:Fallback>
                <p:oleObj name="公式" r:id="rId7" imgW="4445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997200"/>
                        <a:ext cx="1062038" cy="109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395" name="Group 19"/>
          <p:cNvGrpSpPr/>
          <p:nvPr/>
        </p:nvGrpSpPr>
        <p:grpSpPr bwMode="auto">
          <a:xfrm>
            <a:off x="388938" y="4189413"/>
            <a:ext cx="7345362" cy="1671637"/>
            <a:chOff x="245" y="2639"/>
            <a:chExt cx="4627" cy="1053"/>
          </a:xfrm>
        </p:grpSpPr>
        <p:sp>
          <p:nvSpPr>
            <p:cNvPr id="62479" name="Text Box 10"/>
            <p:cNvSpPr txBox="1">
              <a:spLocks noChangeArrowheads="1"/>
            </p:cNvSpPr>
            <p:nvPr/>
          </p:nvSpPr>
          <p:spPr bwMode="auto">
            <a:xfrm>
              <a:off x="245" y="2639"/>
              <a:ext cx="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800" b="1">
                  <a:latin typeface="Arial" panose="020B0604020202020204" pitchFamily="34" charset="0"/>
                </a:rPr>
                <a:t>试求</a:t>
              </a:r>
              <a:endParaRPr kumimoji="0" lang="zh-CN" altLang="en-US" sz="2800" b="1">
                <a:latin typeface="Arial" panose="020B0604020202020204" pitchFamily="34" charset="0"/>
              </a:endParaRPr>
            </a:p>
          </p:txBody>
        </p:sp>
        <p:sp>
          <p:nvSpPr>
            <p:cNvPr id="62480" name="Rectangle 11"/>
            <p:cNvSpPr>
              <a:spLocks noChangeArrowheads="1"/>
            </p:cNvSpPr>
            <p:nvPr/>
          </p:nvSpPr>
          <p:spPr bwMode="auto">
            <a:xfrm>
              <a:off x="835" y="3365"/>
              <a:ext cx="40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latin typeface="Arial" panose="020B0604020202020204" pitchFamily="34" charset="0"/>
                </a:rPr>
                <a:t>(3) </a:t>
              </a:r>
              <a:r>
                <a:rPr kumimoji="0" lang="zh-CN" altLang="en-US" sz="2800" b="1">
                  <a:latin typeface="Arial" panose="020B0604020202020204" pitchFamily="34" charset="0"/>
                </a:rPr>
                <a:t>若改为无放回摸球</a:t>
              </a:r>
              <a:r>
                <a:rPr kumimoji="0" lang="en-US" altLang="zh-CN" sz="2800" b="1">
                  <a:latin typeface="Arial" panose="020B0604020202020204" pitchFamily="34" charset="0"/>
                </a:rPr>
                <a:t>,</a:t>
              </a:r>
              <a:r>
                <a:rPr kumimoji="0" lang="zh-CN" altLang="en-US" sz="2800" b="1">
                  <a:latin typeface="Arial" panose="020B0604020202020204" pitchFamily="34" charset="0"/>
                </a:rPr>
                <a:t>解上述两个问题</a:t>
              </a:r>
              <a:r>
                <a:rPr kumimoji="0" lang="en-US" altLang="zh-CN" sz="2800" b="1">
                  <a:latin typeface="Arial" panose="020B0604020202020204" pitchFamily="34" charset="0"/>
                </a:rPr>
                <a:t>.</a:t>
              </a:r>
              <a:endParaRPr kumimoji="0" lang="en-US" altLang="zh-CN" sz="2800" b="1">
                <a:latin typeface="Arial" panose="020B0604020202020204" pitchFamily="34" charset="0"/>
              </a:endParaRPr>
            </a:p>
          </p:txBody>
        </p:sp>
        <p:graphicFrame>
          <p:nvGraphicFramePr>
            <p:cNvPr id="62481" name="Object 16"/>
            <p:cNvGraphicFramePr>
              <a:graphicFrameLocks noChangeAspect="1"/>
            </p:cNvGraphicFramePr>
            <p:nvPr/>
          </p:nvGraphicFramePr>
          <p:xfrm>
            <a:off x="884" y="2704"/>
            <a:ext cx="1070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26" name="Equation" r:id="rId9" imgW="711200" imgH="203200" progId="Equation.DSMT4">
                    <p:embed/>
                  </p:oleObj>
                </mc:Choice>
                <mc:Fallback>
                  <p:oleObj name="Equation" r:id="rId9" imgW="711200" imgH="2032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2704"/>
                          <a:ext cx="1070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482" name="Object 17"/>
            <p:cNvGraphicFramePr>
              <a:graphicFrameLocks noChangeAspect="1"/>
            </p:cNvGraphicFramePr>
            <p:nvPr/>
          </p:nvGraphicFramePr>
          <p:xfrm>
            <a:off x="839" y="3022"/>
            <a:ext cx="2981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627" name="Equation" r:id="rId11" imgW="1981200" imgH="215900" progId="Equation.DSMT4">
                    <p:embed/>
                  </p:oleObj>
                </mc:Choice>
                <mc:Fallback>
                  <p:oleObj name="Equation" r:id="rId11" imgW="1981200" imgH="2159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022"/>
                          <a:ext cx="2981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483" name="Text Box 18"/>
            <p:cNvSpPr txBox="1">
              <a:spLocks noChangeArrowheads="1"/>
            </p:cNvSpPr>
            <p:nvPr/>
          </p:nvSpPr>
          <p:spPr bwMode="auto">
            <a:xfrm>
              <a:off x="1973" y="2649"/>
              <a:ext cx="2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0" lang="zh-CN" altLang="en-US" sz="2800" b="1">
                  <a:latin typeface="Arial" panose="020B0604020202020204" pitchFamily="34" charset="0"/>
                </a:rPr>
                <a:t>的联合分布律；</a:t>
              </a:r>
              <a:endParaRPr kumimoji="0" lang="zh-CN" altLang="en-US" sz="2800" b="1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402" name="Group 2"/>
          <p:cNvGrpSpPr/>
          <p:nvPr/>
        </p:nvGrpSpPr>
        <p:grpSpPr bwMode="auto">
          <a:xfrm>
            <a:off x="827088" y="1844675"/>
            <a:ext cx="1512887" cy="647700"/>
            <a:chOff x="385" y="1480"/>
            <a:chExt cx="953" cy="408"/>
          </a:xfrm>
        </p:grpSpPr>
        <p:sp>
          <p:nvSpPr>
            <p:cNvPr id="63537" name="Line 3"/>
            <p:cNvSpPr>
              <a:spLocks noChangeShapeType="1"/>
            </p:cNvSpPr>
            <p:nvPr/>
          </p:nvSpPr>
          <p:spPr bwMode="auto">
            <a:xfrm>
              <a:off x="385" y="1480"/>
              <a:ext cx="953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3538" name="Object 4"/>
            <p:cNvGraphicFramePr>
              <a:graphicFrameLocks noChangeAspect="1"/>
            </p:cNvGraphicFramePr>
            <p:nvPr/>
          </p:nvGraphicFramePr>
          <p:xfrm>
            <a:off x="1020" y="1525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08" name="Equation" r:id="rId1" imgW="200025" imgH="221615" progId="Equation.DSMT4">
                    <p:embed/>
                  </p:oleObj>
                </mc:Choice>
                <mc:Fallback>
                  <p:oleObj name="Equation" r:id="rId1" imgW="200025" imgH="22161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1525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39" name="Object 5"/>
            <p:cNvGraphicFramePr>
              <a:graphicFrameLocks noChangeAspect="1"/>
            </p:cNvGraphicFramePr>
            <p:nvPr/>
          </p:nvGraphicFramePr>
          <p:xfrm>
            <a:off x="524" y="1661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09" name="Equation" r:id="rId3" imgW="276225" imgH="221615" progId="Equation.DSMT4">
                    <p:embed/>
                  </p:oleObj>
                </mc:Choice>
                <mc:Fallback>
                  <p:oleObj name="Equation" r:id="rId3" imgW="276225" imgH="22161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1661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06" name="Object 6"/>
          <p:cNvGraphicFramePr>
            <a:graphicFrameLocks noChangeAspect="1"/>
          </p:cNvGraphicFramePr>
          <p:nvPr/>
        </p:nvGraphicFramePr>
        <p:xfrm>
          <a:off x="3460750" y="2087563"/>
          <a:ext cx="24257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0" name="Equation" r:id="rId5" imgW="2333625" imgH="317500" progId="Equation.DSMT4">
                  <p:embed/>
                </p:oleObj>
              </mc:Choice>
              <mc:Fallback>
                <p:oleObj name="Equation" r:id="rId5" imgW="2333625" imgH="317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0750" y="2087563"/>
                        <a:ext cx="24257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7" name="Object 7"/>
          <p:cNvGraphicFramePr>
            <a:graphicFrameLocks noChangeAspect="1"/>
          </p:cNvGraphicFramePr>
          <p:nvPr/>
        </p:nvGraphicFramePr>
        <p:xfrm>
          <a:off x="2501900" y="3527425"/>
          <a:ext cx="431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1" name="Equation" r:id="rId7" imgW="4238625" imgH="500380" progId="Equation.DSMT4">
                  <p:embed/>
                </p:oleObj>
              </mc:Choice>
              <mc:Fallback>
                <p:oleObj name="Equation" r:id="rId7" imgW="4238625" imgH="5003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3527425"/>
                        <a:ext cx="431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8" name="Object 8"/>
          <p:cNvGraphicFramePr>
            <a:graphicFrameLocks noChangeAspect="1"/>
          </p:cNvGraphicFramePr>
          <p:nvPr/>
        </p:nvGraphicFramePr>
        <p:xfrm>
          <a:off x="1443038" y="4464050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2" name="Equation" r:id="rId9" imgW="352425" imgH="414020" progId="Equation.DSMT4">
                  <p:embed/>
                </p:oleObj>
              </mc:Choice>
              <mc:Fallback>
                <p:oleObj name="Equation" r:id="rId9" imgW="352425" imgH="4140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464050"/>
                        <a:ext cx="3905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09" name="Object 9"/>
          <p:cNvGraphicFramePr>
            <a:graphicFrameLocks noChangeAspect="1"/>
          </p:cNvGraphicFramePr>
          <p:nvPr/>
        </p:nvGraphicFramePr>
        <p:xfrm>
          <a:off x="7785100" y="2028825"/>
          <a:ext cx="3429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3" name="Equation" r:id="rId11" imgW="304800" imgH="356235" progId="Equation.DSMT4">
                  <p:embed/>
                </p:oleObj>
              </mc:Choice>
              <mc:Fallback>
                <p:oleObj name="Equation" r:id="rId11" imgW="304800" imgH="3562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2028825"/>
                        <a:ext cx="3429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52" name="Group 52"/>
          <p:cNvGraphicFramePr>
            <a:graphicFrameLocks noGrp="1"/>
          </p:cNvGraphicFramePr>
          <p:nvPr/>
        </p:nvGraphicFramePr>
        <p:xfrm>
          <a:off x="827088" y="1844675"/>
          <a:ext cx="8012112" cy="3097213"/>
        </p:xfrm>
        <a:graphic>
          <a:graphicData uri="http://schemas.openxmlformats.org/drawingml/2006/table">
            <a:tbl>
              <a:tblPr/>
              <a:tblGrid>
                <a:gridCol w="1527175"/>
                <a:gridCol w="2225675"/>
                <a:gridCol w="2454275"/>
                <a:gridCol w="1804987"/>
              </a:tblGrid>
              <a:tr h="6111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40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0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810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6437" name="Object 37"/>
          <p:cNvGraphicFramePr>
            <a:graphicFrameLocks noChangeAspect="1"/>
          </p:cNvGraphicFramePr>
          <p:nvPr/>
        </p:nvGraphicFramePr>
        <p:xfrm>
          <a:off x="2501900" y="2663825"/>
          <a:ext cx="4406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4" name="Equation" r:id="rId13" imgW="4333875" imgH="500380" progId="Equation.DSMT4">
                  <p:embed/>
                </p:oleObj>
              </mc:Choice>
              <mc:Fallback>
                <p:oleObj name="Equation" r:id="rId13" imgW="4333875" imgH="5003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0" y="2663825"/>
                        <a:ext cx="44069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6438" name="Group 38"/>
          <p:cNvGrpSpPr/>
          <p:nvPr/>
        </p:nvGrpSpPr>
        <p:grpSpPr bwMode="auto">
          <a:xfrm>
            <a:off x="1565275" y="2808288"/>
            <a:ext cx="217488" cy="1168400"/>
            <a:chOff x="838" y="1253"/>
            <a:chExt cx="137" cy="736"/>
          </a:xfrm>
        </p:grpSpPr>
        <p:graphicFrame>
          <p:nvGraphicFramePr>
            <p:cNvPr id="63535" name="Object 39"/>
            <p:cNvGraphicFramePr>
              <a:graphicFrameLocks noChangeAspect="1"/>
            </p:cNvGraphicFramePr>
            <p:nvPr/>
          </p:nvGraphicFramePr>
          <p:xfrm>
            <a:off x="838" y="1253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15" name="Equation" r:id="rId15" imgW="123825" imgH="240665" progId="Equation.DSMT4">
                    <p:embed/>
                  </p:oleObj>
                </mc:Choice>
                <mc:Fallback>
                  <p:oleObj name="Equation" r:id="rId15" imgW="123825" imgH="240665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" y="1253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536" name="Object 40"/>
            <p:cNvGraphicFramePr>
              <a:graphicFrameLocks noChangeAspect="1"/>
            </p:cNvGraphicFramePr>
            <p:nvPr/>
          </p:nvGraphicFramePr>
          <p:xfrm>
            <a:off x="863" y="1797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916" name="Equation" r:id="rId17" imgW="104775" imgH="231140" progId="Equation.DSMT4">
                    <p:embed/>
                  </p:oleObj>
                </mc:Choice>
                <mc:Fallback>
                  <p:oleObj name="Equation" r:id="rId17" imgW="104775" imgH="23114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3" y="1797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41" name="Object 41"/>
          <p:cNvGraphicFramePr>
            <a:graphicFrameLocks noChangeAspect="1"/>
          </p:cNvGraphicFramePr>
          <p:nvPr/>
        </p:nvGraphicFramePr>
        <p:xfrm>
          <a:off x="2786063" y="4487863"/>
          <a:ext cx="372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7" name="Equation" r:id="rId19" imgW="3648075" imgH="346710" progId="Equation.DSMT4">
                  <p:embed/>
                </p:oleObj>
              </mc:Choice>
              <mc:Fallback>
                <p:oleObj name="Equation" r:id="rId19" imgW="3648075" imgH="34671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6063" y="4487863"/>
                        <a:ext cx="3721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2" name="Object 42"/>
          <p:cNvGraphicFramePr>
            <a:graphicFrameLocks noChangeAspect="1"/>
          </p:cNvGraphicFramePr>
          <p:nvPr/>
        </p:nvGraphicFramePr>
        <p:xfrm>
          <a:off x="7327900" y="3613150"/>
          <a:ext cx="120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8" name="Equation" r:id="rId21" imgW="1133475" imgH="346710" progId="Equation.DSMT4">
                  <p:embed/>
                </p:oleObj>
              </mc:Choice>
              <mc:Fallback>
                <p:oleObj name="Equation" r:id="rId21" imgW="1133475" imgH="34671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3613150"/>
                        <a:ext cx="120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3" name="Object 43"/>
          <p:cNvGraphicFramePr>
            <a:graphicFrameLocks noChangeAspect="1"/>
          </p:cNvGraphicFramePr>
          <p:nvPr/>
        </p:nvGraphicFramePr>
        <p:xfrm>
          <a:off x="7327900" y="2749550"/>
          <a:ext cx="1295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19" name="Equation" r:id="rId23" imgW="1219200" imgH="346710" progId="Equation.DSMT4">
                  <p:embed/>
                </p:oleObj>
              </mc:Choice>
              <mc:Fallback>
                <p:oleObj name="Equation" r:id="rId23" imgW="1219200" imgH="34671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7900" y="2749550"/>
                        <a:ext cx="1295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27" name="Rectangle 44"/>
          <p:cNvSpPr>
            <a:spLocks noChangeArrowheads="1"/>
          </p:cNvSpPr>
          <p:nvPr/>
        </p:nvSpPr>
        <p:spPr bwMode="auto">
          <a:xfrm>
            <a:off x="684213" y="4048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</a:t>
            </a:r>
            <a:endParaRPr lang="zh-CN" altLang="en-US" sz="2800" b="1"/>
          </a:p>
        </p:txBody>
      </p:sp>
      <p:sp>
        <p:nvSpPr>
          <p:cNvPr id="486445" name="Text Box 45"/>
          <p:cNvSpPr txBox="1">
            <a:spLocks noChangeArrowheads="1"/>
          </p:cNvSpPr>
          <p:nvPr/>
        </p:nvSpPr>
        <p:spPr bwMode="auto">
          <a:xfrm>
            <a:off x="971550" y="1125538"/>
            <a:ext cx="2376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如下表所示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en-US" altLang="zh-CN" sz="2800" b="1">
              <a:latin typeface="Arial" panose="020B0604020202020204" pitchFamily="34" charset="0"/>
            </a:endParaRPr>
          </a:p>
        </p:txBody>
      </p:sp>
      <p:sp>
        <p:nvSpPr>
          <p:cNvPr id="486446" name="Rectangle 46"/>
          <p:cNvSpPr>
            <a:spLocks noChangeArrowheads="1"/>
          </p:cNvSpPr>
          <p:nvPr/>
        </p:nvSpPr>
        <p:spPr bwMode="auto">
          <a:xfrm>
            <a:off x="1116013" y="5084763"/>
            <a:ext cx="6207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latin typeface="Arial" panose="020B0604020202020204" pitchFamily="34" charset="0"/>
              </a:rPr>
              <a:t>(2)</a:t>
            </a:r>
            <a:endParaRPr kumimoji="0" lang="en-US" altLang="zh-CN" sz="2800" b="1">
              <a:latin typeface="Arial" panose="020B0604020202020204" pitchFamily="34" charset="0"/>
            </a:endParaRPr>
          </a:p>
        </p:txBody>
      </p:sp>
      <p:sp>
        <p:nvSpPr>
          <p:cNvPr id="486447" name="Text Box 47"/>
          <p:cNvSpPr txBox="1">
            <a:spLocks noChangeArrowheads="1"/>
          </p:cNvSpPr>
          <p:nvPr/>
        </p:nvSpPr>
        <p:spPr bwMode="auto">
          <a:xfrm>
            <a:off x="1835150" y="5156200"/>
            <a:ext cx="2376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由上表可知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aphicFrame>
        <p:nvGraphicFramePr>
          <p:cNvPr id="486448" name="Object 48"/>
          <p:cNvGraphicFramePr>
            <a:graphicFrameLocks noChangeAspect="1"/>
          </p:cNvGraphicFramePr>
          <p:nvPr/>
        </p:nvGraphicFramePr>
        <p:xfrm>
          <a:off x="4067175" y="5229225"/>
          <a:ext cx="158273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0" name="Equation" r:id="rId25" imgW="1676400" imgH="414020" progId="Equation.DSMT4">
                  <p:embed/>
                </p:oleObj>
              </mc:Choice>
              <mc:Fallback>
                <p:oleObj name="Equation" r:id="rId25" imgW="1676400" imgH="41402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229225"/>
                        <a:ext cx="158273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49" name="Object 49"/>
          <p:cNvGraphicFramePr>
            <a:graphicFrameLocks noChangeAspect="1"/>
          </p:cNvGraphicFramePr>
          <p:nvPr/>
        </p:nvGraphicFramePr>
        <p:xfrm>
          <a:off x="6011863" y="5300663"/>
          <a:ext cx="14097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1" name="Equation" r:id="rId27" imgW="1485900" imgH="423545" progId="Equation.DSMT4">
                  <p:embed/>
                </p:oleObj>
              </mc:Choice>
              <mc:Fallback>
                <p:oleObj name="Equation" r:id="rId27" imgW="1485900" imgH="423545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300663"/>
                        <a:ext cx="14097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33" name="Object 50"/>
          <p:cNvGraphicFramePr>
            <a:graphicFrameLocks noChangeAspect="1"/>
          </p:cNvGraphicFramePr>
          <p:nvPr/>
        </p:nvGraphicFramePr>
        <p:xfrm>
          <a:off x="1327150" y="609600"/>
          <a:ext cx="603726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2" name="Equation" r:id="rId29" imgW="2527300" imgH="215900" progId="Equation.DSMT4">
                  <p:embed/>
                </p:oleObj>
              </mc:Choice>
              <mc:Fallback>
                <p:oleObj name="Equation" r:id="rId29" imgW="2527300" imgH="2159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609600"/>
                        <a:ext cx="603726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51" name="Object 51"/>
          <p:cNvGraphicFramePr>
            <a:graphicFrameLocks noChangeAspect="1"/>
          </p:cNvGraphicFramePr>
          <p:nvPr/>
        </p:nvGraphicFramePr>
        <p:xfrm>
          <a:off x="1106488" y="5732463"/>
          <a:ext cx="3033712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923" name="公式" r:id="rId31" imgW="1269365" imgH="215900" progId="Equation.3">
                  <p:embed/>
                </p:oleObj>
              </mc:Choice>
              <mc:Fallback>
                <p:oleObj name="公式" r:id="rId31" imgW="1269365" imgH="215900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5732463"/>
                        <a:ext cx="3033712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8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8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8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8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6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8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8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45" grpId="0" bldLvl="0" animBg="1" autoUpdateAnimBg="0"/>
      <p:bldP spid="486446" grpId="0" bldLvl="0" animBg="1" autoUpdateAnimBg="0"/>
      <p:bldP spid="486447" grpId="0" bldLvl="0" animBg="1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1042988" y="1052513"/>
            <a:ext cx="24050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表所示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en-US" altLang="zh-CN" sz="2800" b="1">
              <a:latin typeface="Arial" panose="020B0604020202020204" pitchFamily="34" charset="0"/>
            </a:endParaRPr>
          </a:p>
        </p:txBody>
      </p:sp>
      <p:grpSp>
        <p:nvGrpSpPr>
          <p:cNvPr id="487427" name="Group 3"/>
          <p:cNvGrpSpPr/>
          <p:nvPr/>
        </p:nvGrpSpPr>
        <p:grpSpPr bwMode="auto">
          <a:xfrm>
            <a:off x="755650" y="1700213"/>
            <a:ext cx="720725" cy="792162"/>
            <a:chOff x="430" y="1253"/>
            <a:chExt cx="454" cy="499"/>
          </a:xfrm>
        </p:grpSpPr>
        <p:sp>
          <p:nvSpPr>
            <p:cNvPr id="64558" name="Line 4"/>
            <p:cNvSpPr>
              <a:spLocks noChangeShapeType="1"/>
            </p:cNvSpPr>
            <p:nvPr/>
          </p:nvSpPr>
          <p:spPr bwMode="auto">
            <a:xfrm>
              <a:off x="430" y="1253"/>
              <a:ext cx="454" cy="4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559" name="Object 5"/>
            <p:cNvGraphicFramePr>
              <a:graphicFrameLocks noChangeAspect="1"/>
            </p:cNvGraphicFramePr>
            <p:nvPr/>
          </p:nvGraphicFramePr>
          <p:xfrm>
            <a:off x="703" y="1298"/>
            <a:ext cx="17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29" name="Equation" r:id="rId1" imgW="200025" imgH="221615" progId="Equation.DSMT4">
                    <p:embed/>
                  </p:oleObj>
                </mc:Choice>
                <mc:Fallback>
                  <p:oleObj name="Equation" r:id="rId1" imgW="200025" imgH="22161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1298"/>
                          <a:ext cx="176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60" name="Object 6"/>
            <p:cNvGraphicFramePr>
              <a:graphicFrameLocks noChangeAspect="1"/>
            </p:cNvGraphicFramePr>
            <p:nvPr/>
          </p:nvGraphicFramePr>
          <p:xfrm>
            <a:off x="479" y="1522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30" name="Equation" r:id="rId3" imgW="276225" imgH="221615" progId="Equation.DSMT4">
                    <p:embed/>
                  </p:oleObj>
                </mc:Choice>
                <mc:Fallback>
                  <p:oleObj name="Equation" r:id="rId3" imgW="276225" imgH="22161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" y="1522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7431" name="Object 7"/>
          <p:cNvGraphicFramePr>
            <a:graphicFrameLocks noChangeAspect="1"/>
          </p:cNvGraphicFramePr>
          <p:nvPr/>
        </p:nvGraphicFramePr>
        <p:xfrm>
          <a:off x="2886075" y="1905000"/>
          <a:ext cx="31416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1" name="Equation" r:id="rId5" imgW="3048000" imgH="317500" progId="Equation.DSMT4">
                  <p:embed/>
                </p:oleObj>
              </mc:Choice>
              <mc:Fallback>
                <p:oleObj name="Equation" r:id="rId5" imgW="3048000" imgH="317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075" y="1905000"/>
                        <a:ext cx="31416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2" name="Object 8"/>
          <p:cNvGraphicFramePr>
            <a:graphicFrameLocks noChangeAspect="1"/>
          </p:cNvGraphicFramePr>
          <p:nvPr/>
        </p:nvGraphicFramePr>
        <p:xfrm>
          <a:off x="931863" y="5145088"/>
          <a:ext cx="3905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2" name="Equation" r:id="rId7" imgW="352425" imgH="414020" progId="Equation.DSMT4">
                  <p:embed/>
                </p:oleObj>
              </mc:Choice>
              <mc:Fallback>
                <p:oleObj name="Equation" r:id="rId7" imgW="352425" imgH="41402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5145088"/>
                        <a:ext cx="39052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3" name="Object 9"/>
          <p:cNvGraphicFramePr>
            <a:graphicFrameLocks noChangeAspect="1"/>
          </p:cNvGraphicFramePr>
          <p:nvPr/>
        </p:nvGraphicFramePr>
        <p:xfrm>
          <a:off x="7883525" y="1846263"/>
          <a:ext cx="3444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3" name="Equation" r:id="rId9" imgW="304800" imgH="356235" progId="Equation.DSMT4">
                  <p:embed/>
                </p:oleObj>
              </mc:Choice>
              <mc:Fallback>
                <p:oleObj name="Equation" r:id="rId9" imgW="304800" imgH="35623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3525" y="1846263"/>
                        <a:ext cx="3444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34" name="Group 10"/>
          <p:cNvGraphicFramePr>
            <a:graphicFrameLocks noGrp="1"/>
          </p:cNvGraphicFramePr>
          <p:nvPr/>
        </p:nvGraphicFramePr>
        <p:xfrm>
          <a:off x="755650" y="1700213"/>
          <a:ext cx="7993063" cy="4176711"/>
        </p:xfrm>
        <a:graphic>
          <a:graphicData uri="http://schemas.openxmlformats.org/drawingml/2006/table">
            <a:tbl>
              <a:tblPr/>
              <a:tblGrid>
                <a:gridCol w="720725"/>
                <a:gridCol w="3022600"/>
                <a:gridCol w="2954338"/>
                <a:gridCol w="1295400"/>
              </a:tblGrid>
              <a:tr h="7921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239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794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810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487461" name="Group 37"/>
          <p:cNvGrpSpPr/>
          <p:nvPr/>
        </p:nvGrpSpPr>
        <p:grpSpPr bwMode="auto">
          <a:xfrm>
            <a:off x="1014413" y="2890838"/>
            <a:ext cx="215900" cy="1533525"/>
            <a:chOff x="612" y="2010"/>
            <a:chExt cx="136" cy="966"/>
          </a:xfrm>
        </p:grpSpPr>
        <p:graphicFrame>
          <p:nvGraphicFramePr>
            <p:cNvPr id="64556" name="Object 38"/>
            <p:cNvGraphicFramePr>
              <a:graphicFrameLocks noChangeAspect="1"/>
            </p:cNvGraphicFramePr>
            <p:nvPr/>
          </p:nvGraphicFramePr>
          <p:xfrm>
            <a:off x="612" y="2010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34" name="Equation" r:id="rId11" imgW="123825" imgH="240665" progId="Equation.DSMT4">
                    <p:embed/>
                  </p:oleObj>
                </mc:Choice>
                <mc:Fallback>
                  <p:oleObj name="Equation" r:id="rId11" imgW="123825" imgH="24066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010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557" name="Object 39"/>
            <p:cNvGraphicFramePr>
              <a:graphicFrameLocks noChangeAspect="1"/>
            </p:cNvGraphicFramePr>
            <p:nvPr/>
          </p:nvGraphicFramePr>
          <p:xfrm>
            <a:off x="636" y="2784"/>
            <a:ext cx="11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935" name="Equation" r:id="rId13" imgW="104775" imgH="231140" progId="Equation.DSMT4">
                    <p:embed/>
                  </p:oleObj>
                </mc:Choice>
                <mc:Fallback>
                  <p:oleObj name="Equation" r:id="rId13" imgW="104775" imgH="23114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" y="2784"/>
                          <a:ext cx="11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7464" name="Object 40"/>
          <p:cNvGraphicFramePr>
            <a:graphicFrameLocks noChangeAspect="1"/>
          </p:cNvGraphicFramePr>
          <p:nvPr/>
        </p:nvGraphicFramePr>
        <p:xfrm>
          <a:off x="7588250" y="3849688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6" name="Equation" r:id="rId15" imgW="838200" imgH="770255" progId="Equation.DSMT4">
                  <p:embed/>
                </p:oleObj>
              </mc:Choice>
              <mc:Fallback>
                <p:oleObj name="Equation" r:id="rId15" imgW="838200" imgH="770255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0" y="3849688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5" name="Object 41"/>
          <p:cNvGraphicFramePr>
            <a:graphicFrameLocks noChangeAspect="1"/>
          </p:cNvGraphicFramePr>
          <p:nvPr/>
        </p:nvGraphicFramePr>
        <p:xfrm>
          <a:off x="7588250" y="2659063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7" name="Equation" r:id="rId17" imgW="838200" imgH="770255" progId="Equation.DSMT4">
                  <p:embed/>
                </p:oleObj>
              </mc:Choice>
              <mc:Fallback>
                <p:oleObj name="Equation" r:id="rId17" imgW="838200" imgH="770255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0" y="2659063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6" name="Object 42"/>
          <p:cNvGraphicFramePr>
            <a:graphicFrameLocks noChangeAspect="1"/>
          </p:cNvGraphicFramePr>
          <p:nvPr/>
        </p:nvGraphicFramePr>
        <p:xfrm>
          <a:off x="1519238" y="2552700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8" name="Equation" r:id="rId19" imgW="2771775" imgH="953135" progId="Equation.DSMT4">
                  <p:embed/>
                </p:oleObj>
              </mc:Choice>
              <mc:Fallback>
                <p:oleObj name="Equation" r:id="rId19" imgW="2771775" imgH="953135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2552700"/>
                        <a:ext cx="2844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7" name="Object 43"/>
          <p:cNvGraphicFramePr>
            <a:graphicFrameLocks noChangeAspect="1"/>
          </p:cNvGraphicFramePr>
          <p:nvPr/>
        </p:nvGraphicFramePr>
        <p:xfrm>
          <a:off x="2454275" y="4929188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39" name="Equation" r:id="rId21" imgW="838200" imgH="770255" progId="Equation.DSMT4">
                  <p:embed/>
                </p:oleObj>
              </mc:Choice>
              <mc:Fallback>
                <p:oleObj name="Equation" r:id="rId21" imgW="838200" imgH="770255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4275" y="4929188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8" name="Object 44"/>
          <p:cNvGraphicFramePr>
            <a:graphicFrameLocks noChangeAspect="1"/>
          </p:cNvGraphicFramePr>
          <p:nvPr/>
        </p:nvGraphicFramePr>
        <p:xfrm>
          <a:off x="5429250" y="4857750"/>
          <a:ext cx="91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0" name="Equation" r:id="rId23" imgW="838200" imgH="770255" progId="Equation.DSMT4">
                  <p:embed/>
                </p:oleObj>
              </mc:Choice>
              <mc:Fallback>
                <p:oleObj name="Equation" r:id="rId23" imgW="838200" imgH="770255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4857750"/>
                        <a:ext cx="914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69" name="Object 45"/>
          <p:cNvGraphicFramePr>
            <a:graphicFrameLocks noChangeAspect="1"/>
          </p:cNvGraphicFramePr>
          <p:nvPr/>
        </p:nvGraphicFramePr>
        <p:xfrm>
          <a:off x="4578350" y="2624138"/>
          <a:ext cx="284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1" name="Equation" r:id="rId25" imgW="2771775" imgH="885825" progId="Equation.DSMT4">
                  <p:embed/>
                </p:oleObj>
              </mc:Choice>
              <mc:Fallback>
                <p:oleObj name="Equation" r:id="rId25" imgW="2771775" imgH="88582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2624138"/>
                        <a:ext cx="284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70" name="Object 46"/>
          <p:cNvGraphicFramePr>
            <a:graphicFrameLocks noChangeAspect="1"/>
          </p:cNvGraphicFramePr>
          <p:nvPr/>
        </p:nvGraphicFramePr>
        <p:xfrm>
          <a:off x="1519238" y="3760788"/>
          <a:ext cx="2844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2" name="Equation" r:id="rId27" imgW="2771775" imgH="885825" progId="Equation.DSMT4">
                  <p:embed/>
                </p:oleObj>
              </mc:Choice>
              <mc:Fallback>
                <p:oleObj name="Equation" r:id="rId27" imgW="2771775" imgH="88582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3760788"/>
                        <a:ext cx="28448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7471" name="Object 47"/>
          <p:cNvGraphicFramePr>
            <a:graphicFrameLocks noChangeAspect="1"/>
          </p:cNvGraphicFramePr>
          <p:nvPr/>
        </p:nvGraphicFramePr>
        <p:xfrm>
          <a:off x="4578350" y="3705225"/>
          <a:ext cx="2844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3" name="Equation" r:id="rId29" imgW="2771775" imgH="953135" progId="Equation.DSMT4">
                  <p:embed/>
                </p:oleObj>
              </mc:Choice>
              <mc:Fallback>
                <p:oleObj name="Equation" r:id="rId29" imgW="2771775" imgH="953135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8350" y="3705225"/>
                        <a:ext cx="2844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55" name="Object 48"/>
          <p:cNvGraphicFramePr>
            <a:graphicFrameLocks noChangeAspect="1"/>
          </p:cNvGraphicFramePr>
          <p:nvPr/>
        </p:nvGraphicFramePr>
        <p:xfrm>
          <a:off x="360363" y="476250"/>
          <a:ext cx="8243887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944" name="Equation" r:id="rId31" imgW="3225800" imgH="215900" progId="Equation.DSMT4">
                  <p:embed/>
                </p:oleObj>
              </mc:Choice>
              <mc:Fallback>
                <p:oleObj name="Equation" r:id="rId31" imgW="3225800" imgH="215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476250"/>
                        <a:ext cx="8243887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8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8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7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8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8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87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5"/>
          <p:cNvSpPr txBox="1">
            <a:spLocks noChangeArrowheads="1"/>
          </p:cNvSpPr>
          <p:nvPr/>
        </p:nvSpPr>
        <p:spPr bwMode="auto">
          <a:xfrm>
            <a:off x="755650" y="692150"/>
            <a:ext cx="1944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2800" b="1">
                <a:latin typeface="Arial" panose="020B0604020202020204" pitchFamily="34" charset="0"/>
              </a:rPr>
              <a:t>由上表知 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en-US" altLang="zh-CN" sz="2800" b="1">
              <a:latin typeface="Arial" panose="020B0604020202020204" pitchFamily="34" charset="0"/>
            </a:endParaRPr>
          </a:p>
        </p:txBody>
      </p:sp>
      <p:graphicFrame>
        <p:nvGraphicFramePr>
          <p:cNvPr id="363526" name="Object 6"/>
          <p:cNvGraphicFramePr>
            <a:graphicFrameLocks noChangeAspect="1"/>
          </p:cNvGraphicFramePr>
          <p:nvPr/>
        </p:nvGraphicFramePr>
        <p:xfrm>
          <a:off x="1676400" y="1524000"/>
          <a:ext cx="5651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7" name="Equation" r:id="rId1" imgW="5572125" imgH="953135" progId="Equation.DSMT4">
                  <p:embed/>
                </p:oleObj>
              </mc:Choice>
              <mc:Fallback>
                <p:oleObj name="Equation" r:id="rId1" imgW="5572125" imgH="9531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524000"/>
                        <a:ext cx="5651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7" name="Object 7"/>
          <p:cNvGraphicFramePr>
            <a:graphicFrameLocks noChangeAspect="1"/>
          </p:cNvGraphicFramePr>
          <p:nvPr/>
        </p:nvGraphicFramePr>
        <p:xfrm>
          <a:off x="1604963" y="2781300"/>
          <a:ext cx="2895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8" name="Equation" r:id="rId3" imgW="2819400" imgH="770255" progId="Equation.DSMT4">
                  <p:embed/>
                </p:oleObj>
              </mc:Choice>
              <mc:Fallback>
                <p:oleObj name="Equation" r:id="rId3" imgW="2819400" imgH="77025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2781300"/>
                        <a:ext cx="2895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3528" name="Object 8"/>
          <p:cNvGraphicFramePr>
            <a:graphicFrameLocks noChangeAspect="1"/>
          </p:cNvGraphicFramePr>
          <p:nvPr/>
        </p:nvGraphicFramePr>
        <p:xfrm>
          <a:off x="4667250" y="2781300"/>
          <a:ext cx="281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39" name="Equation" r:id="rId5" imgW="2743200" imgH="770255" progId="Equation.DSMT4">
                  <p:embed/>
                </p:oleObj>
              </mc:Choice>
              <mc:Fallback>
                <p:oleObj name="Equation" r:id="rId5" imgW="2743200" imgH="77025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2781300"/>
                        <a:ext cx="2819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29" name="Rectangle 9"/>
          <p:cNvSpPr>
            <a:spLocks noChangeArrowheads="1"/>
          </p:cNvSpPr>
          <p:nvPr/>
        </p:nvSpPr>
        <p:spPr bwMode="auto">
          <a:xfrm>
            <a:off x="684213" y="3933825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>
                <a:latin typeface="Arial" panose="020B0604020202020204" pitchFamily="34" charset="0"/>
              </a:rPr>
              <a:t>可见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aphicFrame>
        <p:nvGraphicFramePr>
          <p:cNvPr id="363530" name="Object 10"/>
          <p:cNvGraphicFramePr>
            <a:graphicFrameLocks noChangeAspect="1"/>
          </p:cNvGraphicFramePr>
          <p:nvPr/>
        </p:nvGraphicFramePr>
        <p:xfrm>
          <a:off x="1687513" y="4733925"/>
          <a:ext cx="5803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40" name="Equation" r:id="rId7" imgW="5724525" imgH="423545" progId="Equation.DSMT4">
                  <p:embed/>
                </p:oleObj>
              </mc:Choice>
              <mc:Fallback>
                <p:oleObj name="Equation" r:id="rId7" imgW="5724525" imgH="42354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513" y="4733925"/>
                        <a:ext cx="58039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3531" name="Text Box 11"/>
          <p:cNvSpPr txBox="1">
            <a:spLocks noChangeArrowheads="1"/>
          </p:cNvSpPr>
          <p:nvPr/>
        </p:nvSpPr>
        <p:spPr bwMode="auto">
          <a:xfrm>
            <a:off x="1752600" y="5562600"/>
            <a:ext cx="4259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</a:t>
            </a:r>
            <a:r>
              <a:rPr lang="en-US" altLang="zh-CN" sz="2800" b="1"/>
              <a:t>X</a:t>
            </a:r>
            <a:r>
              <a:rPr lang="zh-CN" altLang="en-US" sz="2800" b="1"/>
              <a:t>，</a:t>
            </a:r>
            <a:r>
              <a:rPr lang="en-US" altLang="zh-CN" sz="2800" b="1"/>
              <a:t>Y</a:t>
            </a:r>
            <a:r>
              <a:rPr lang="zh-CN" altLang="en-US" sz="2800" b="1"/>
              <a:t>不相互独立。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3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3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3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3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9" grpId="0" bldLvl="0" animBg="1" autoUpdateAnimBg="0"/>
      <p:bldP spid="363531" grpId="0" bldLvl="0" animBg="1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234" name="Rectangle 2"/>
          <p:cNvSpPr>
            <a:spLocks noChangeArrowheads="1"/>
          </p:cNvSpPr>
          <p:nvPr/>
        </p:nvSpPr>
        <p:spPr bwMode="auto">
          <a:xfrm>
            <a:off x="685800" y="685800"/>
            <a:ext cx="7702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例 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：设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,</a:t>
            </a:r>
            <a:r>
              <a:rPr lang="en-US" altLang="zh-CN" sz="2800" b="1" i="1" dirty="0"/>
              <a:t>Y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服从单位圆上的均匀分布，概率密度为</a:t>
            </a:r>
            <a:endParaRPr lang="zh-CN" altLang="en-US" sz="2800" b="1" dirty="0"/>
          </a:p>
        </p:txBody>
      </p:sp>
      <p:graphicFrame>
        <p:nvGraphicFramePr>
          <p:cNvPr id="479235" name="Object 3"/>
          <p:cNvGraphicFramePr>
            <a:graphicFrameLocks noChangeAspect="1"/>
          </p:cNvGraphicFramePr>
          <p:nvPr/>
        </p:nvGraphicFramePr>
        <p:xfrm>
          <a:off x="2195513" y="1628775"/>
          <a:ext cx="3616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2" name="Equation" r:id="rId1" imgW="1638300" imgH="539115" progId="Equation.DSMT4">
                  <p:embed/>
                </p:oleObj>
              </mc:Choice>
              <mc:Fallback>
                <p:oleObj name="Equation" r:id="rId1" imgW="1638300" imgH="53911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628775"/>
                        <a:ext cx="3616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104" name="Rectangle 6"/>
          <p:cNvSpPr>
            <a:spLocks noChangeArrowheads="1"/>
          </p:cNvSpPr>
          <p:nvPr/>
        </p:nvSpPr>
        <p:spPr bwMode="auto">
          <a:xfrm>
            <a:off x="611505" y="2894330"/>
            <a:ext cx="332105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判断</a:t>
            </a:r>
            <a:r>
              <a:rPr lang="en-US" altLang="zh-CN" sz="3200" b="1"/>
              <a:t>X,Y</a:t>
            </a:r>
            <a:r>
              <a:rPr lang="zh-CN" altLang="en-US" sz="3200" b="1"/>
              <a:t>的独立性</a:t>
            </a:r>
            <a:endParaRPr lang="zh-CN" altLang="en-US" sz="3200" b="1"/>
          </a:p>
        </p:txBody>
      </p:sp>
      <p:graphicFrame>
        <p:nvGraphicFramePr>
          <p:cNvPr id="479239" name="Object 7"/>
          <p:cNvGraphicFramePr>
            <a:graphicFrameLocks noChangeAspect="1"/>
          </p:cNvGraphicFramePr>
          <p:nvPr/>
        </p:nvGraphicFramePr>
        <p:xfrm>
          <a:off x="755650" y="4797425"/>
          <a:ext cx="6188075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24" name="公式" r:id="rId3" imgW="2695575" imgH="539115" progId="Equation.3">
                  <p:embed/>
                </p:oleObj>
              </mc:Choice>
              <mc:Fallback>
                <p:oleObj name="公式" r:id="rId3" imgW="2695575" imgH="53911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97425"/>
                        <a:ext cx="6188075" cy="136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9240" name="Rectangle 8"/>
          <p:cNvSpPr>
            <a:spLocks noChangeArrowheads="1"/>
          </p:cNvSpPr>
          <p:nvPr/>
        </p:nvSpPr>
        <p:spPr bwMode="auto">
          <a:xfrm>
            <a:off x="1401763" y="3983038"/>
            <a:ext cx="309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解  </a:t>
            </a:r>
            <a:r>
              <a:rPr lang="en-US" altLang="zh-CN" sz="2800" b="1" i="1"/>
              <a:t>X</a:t>
            </a:r>
            <a:r>
              <a:rPr lang="zh-CN" altLang="en-US" sz="2800" b="1"/>
              <a:t>的边缘密度为</a:t>
            </a:r>
            <a:endParaRPr lang="zh-CN" altLang="en-US" sz="2800" b="1"/>
          </a:p>
        </p:txBody>
      </p:sp>
      <p:sp>
        <p:nvSpPr>
          <p:cNvPr id="89095" name="Oval 9"/>
          <p:cNvSpPr>
            <a:spLocks noChangeArrowheads="1"/>
          </p:cNvSpPr>
          <p:nvPr/>
        </p:nvSpPr>
        <p:spPr bwMode="auto">
          <a:xfrm>
            <a:off x="6858000" y="3735388"/>
            <a:ext cx="914400" cy="914400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89096" name="Group 10"/>
          <p:cNvGrpSpPr/>
          <p:nvPr/>
        </p:nvGrpSpPr>
        <p:grpSpPr bwMode="auto">
          <a:xfrm>
            <a:off x="6369050" y="3065463"/>
            <a:ext cx="2270125" cy="1871662"/>
            <a:chOff x="4105" y="2296"/>
            <a:chExt cx="1430" cy="1179"/>
          </a:xfrm>
        </p:grpSpPr>
        <p:sp>
          <p:nvSpPr>
            <p:cNvPr id="89098" name="Line 11"/>
            <p:cNvSpPr>
              <a:spLocks noChangeShapeType="1"/>
            </p:cNvSpPr>
            <p:nvPr/>
          </p:nvSpPr>
          <p:spPr bwMode="auto">
            <a:xfrm flipV="1">
              <a:off x="4105" y="302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099" name="Line 12"/>
            <p:cNvSpPr>
              <a:spLocks noChangeShapeType="1"/>
            </p:cNvSpPr>
            <p:nvPr/>
          </p:nvSpPr>
          <p:spPr bwMode="auto">
            <a:xfrm flipV="1">
              <a:off x="4694" y="2477"/>
              <a:ext cx="1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9100" name="Object 13"/>
            <p:cNvGraphicFramePr>
              <a:graphicFrameLocks noChangeAspect="1"/>
            </p:cNvGraphicFramePr>
            <p:nvPr/>
          </p:nvGraphicFramePr>
          <p:xfrm>
            <a:off x="5375" y="306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5" name="公式" r:id="rId5" imgW="180975" imgH="163830" progId="Equation.3">
                    <p:embed/>
                  </p:oleObj>
                </mc:Choice>
                <mc:Fallback>
                  <p:oleObj name="公式" r:id="rId5" imgW="180975" imgH="16383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5" y="306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1" name="Object 14"/>
            <p:cNvGraphicFramePr>
              <a:graphicFrameLocks noChangeAspect="1"/>
            </p:cNvGraphicFramePr>
            <p:nvPr/>
          </p:nvGraphicFramePr>
          <p:xfrm>
            <a:off x="4513" y="2870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6" name="公式" r:id="rId7" imgW="142875" imgH="163830" progId="Equation.3">
                    <p:embed/>
                  </p:oleObj>
                </mc:Choice>
                <mc:Fallback>
                  <p:oleObj name="公式" r:id="rId7" imgW="142875" imgH="16383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3" y="2870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9102" name="Object 15"/>
            <p:cNvGraphicFramePr>
              <a:graphicFrameLocks noChangeAspect="1"/>
            </p:cNvGraphicFramePr>
            <p:nvPr/>
          </p:nvGraphicFramePr>
          <p:xfrm>
            <a:off x="4740" y="22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6727" name="公式" r:id="rId9" imgW="180975" imgH="240665" progId="Equation.3">
                    <p:embed/>
                  </p:oleObj>
                </mc:Choice>
                <mc:Fallback>
                  <p:oleObj name="公式" r:id="rId9" imgW="180975" imgH="240665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2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9248" name="Line 16"/>
          <p:cNvSpPr>
            <a:spLocks noChangeShapeType="1"/>
          </p:cNvSpPr>
          <p:nvPr/>
        </p:nvSpPr>
        <p:spPr bwMode="auto">
          <a:xfrm flipV="1">
            <a:off x="7662863" y="3281363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7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79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7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9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4" grpId="0" bldLvl="0" animBg="1" autoUpdateAnimBg="0"/>
      <p:bldP spid="479240" grpId="0" bldLvl="0" animBg="1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755576" y="2543772"/>
            <a:ext cx="579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存在面积不为</a:t>
            </a:r>
            <a:r>
              <a:rPr lang="en-US" altLang="zh-CN" sz="2800" b="1" dirty="0"/>
              <a:t>0</a:t>
            </a:r>
            <a:r>
              <a:rPr lang="zh-CN" altLang="en-US" sz="2800" b="1" dirty="0"/>
              <a:t>的区域，</a:t>
            </a:r>
            <a:endParaRPr lang="zh-CN" altLang="en-US" sz="2800" b="1" dirty="0"/>
          </a:p>
        </p:txBody>
      </p:sp>
      <p:graphicFrame>
        <p:nvGraphicFramePr>
          <p:cNvPr id="17" name="Object 12"/>
          <p:cNvGraphicFramePr>
            <a:graphicFrameLocks noChangeAspect="1"/>
          </p:cNvGraphicFramePr>
          <p:nvPr/>
        </p:nvGraphicFramePr>
        <p:xfrm>
          <a:off x="2627313" y="3252788"/>
          <a:ext cx="36544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4" name="Equation" r:id="rId1" imgW="1362075" imgH="144145" progId="Equation.DSMT4">
                  <p:embed/>
                </p:oleObj>
              </mc:Choice>
              <mc:Fallback>
                <p:oleObj name="Equation" r:id="rId1" imgW="1362075" imgH="14414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3252788"/>
                        <a:ext cx="36544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646113" y="3861445"/>
            <a:ext cx="3135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故 </a:t>
            </a:r>
            <a:r>
              <a:rPr lang="en-US" altLang="zh-CN" sz="2800" b="1" i="1"/>
              <a:t>X </a:t>
            </a:r>
            <a:r>
              <a:rPr lang="zh-CN" altLang="en-US" sz="2800" b="1"/>
              <a:t>和 </a:t>
            </a:r>
            <a:r>
              <a:rPr lang="en-US" altLang="zh-CN" sz="2800" b="1" i="1"/>
              <a:t>Y </a:t>
            </a:r>
            <a:r>
              <a:rPr lang="zh-CN" altLang="en-US" sz="2800" b="1"/>
              <a:t>不独立 </a:t>
            </a:r>
            <a:r>
              <a:rPr lang="en-US" altLang="zh-CN" sz="2800" b="1"/>
              <a:t>.  </a:t>
            </a:r>
            <a:endParaRPr lang="en-US" altLang="zh-CN" sz="2800" b="1"/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/>
        </p:nvGraphicFramePr>
        <p:xfrm>
          <a:off x="958850" y="896938"/>
          <a:ext cx="6011863" cy="1366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15" name="Equation" r:id="rId3" imgW="69799200" imgH="15849600" progId="Equation.DSMT4">
                  <p:embed/>
                </p:oleObj>
              </mc:Choice>
              <mc:Fallback>
                <p:oleObj name="Equation" r:id="rId3" imgW="69799200" imgH="15849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850" y="896938"/>
                        <a:ext cx="6011863" cy="1366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18" grpId="0" bldLvl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609600" y="304800"/>
            <a:ext cx="533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003399"/>
                </a:solidFill>
                <a:latin typeface="宋体" panose="02010600030101010101" pitchFamily="2" charset="-122"/>
                <a:ea typeface="黑体" panose="02010609060101010101" pitchFamily="49" charset="-122"/>
              </a:rPr>
              <a:t>三、正态随机变量的独立性</a:t>
            </a:r>
            <a:endParaRPr lang="zh-CN" altLang="en-US" sz="2800" b="1">
              <a:solidFill>
                <a:srgbClr val="003399"/>
              </a:solidFill>
              <a:latin typeface="宋体" panose="02010600030101010101" pitchFamily="2" charset="-122"/>
              <a:ea typeface="黑体" panose="02010609060101010101" pitchFamily="49" charset="-122"/>
            </a:endParaRPr>
          </a:p>
        </p:txBody>
      </p:sp>
      <p:graphicFrame>
        <p:nvGraphicFramePr>
          <p:cNvPr id="365572" name="Object 4"/>
          <p:cNvGraphicFramePr>
            <a:graphicFrameLocks noChangeAspect="1"/>
          </p:cNvGraphicFramePr>
          <p:nvPr/>
        </p:nvGraphicFramePr>
        <p:xfrm>
          <a:off x="468313" y="1989138"/>
          <a:ext cx="8351837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0" name="Equation" r:id="rId1" imgW="4064000" imgH="1016000" progId="Equation.3">
                  <p:embed/>
                </p:oleObj>
              </mc:Choice>
              <mc:Fallback>
                <p:oleObj name="Equation" r:id="rId1" imgW="4064000" imgH="1016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989138"/>
                        <a:ext cx="8351837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5" name="Object 7"/>
          <p:cNvGraphicFramePr>
            <a:graphicFrameLocks noChangeAspect="1"/>
          </p:cNvGraphicFramePr>
          <p:nvPr/>
        </p:nvGraphicFramePr>
        <p:xfrm>
          <a:off x="1116013" y="4724400"/>
          <a:ext cx="673735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1" name="Equation" r:id="rId3" imgW="2654300" imgH="533400" progId="Equation.DSMT4">
                  <p:embed/>
                </p:oleObj>
              </mc:Choice>
              <mc:Fallback>
                <p:oleObj name="Equation" r:id="rId3" imgW="26543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724400"/>
                        <a:ext cx="673735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1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2" name="公式" r:id="rId5" imgW="114300" imgH="215900" progId="Equation.3">
                  <p:embed/>
                </p:oleObj>
              </mc:Choice>
              <mc:Fallback>
                <p:oleObj name="公式" r:id="rId5" imgW="114300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82" name="Object 14"/>
          <p:cNvGraphicFramePr>
            <a:graphicFrameLocks noChangeAspect="1"/>
          </p:cNvGraphicFramePr>
          <p:nvPr/>
        </p:nvGraphicFramePr>
        <p:xfrm>
          <a:off x="450850" y="908050"/>
          <a:ext cx="7577138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3" name="Equation" r:id="rId7" imgW="3771900" imgH="457200" progId="Equation.DSMT4">
                  <p:embed/>
                </p:oleObj>
              </mc:Choice>
              <mc:Fallback>
                <p:oleObj name="Equation" r:id="rId7" imgW="3771900" imgH="457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908050"/>
                        <a:ext cx="7577138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5583" name="Text Box 15"/>
          <p:cNvSpPr txBox="1">
            <a:spLocks noChangeArrowheads="1"/>
          </p:cNvSpPr>
          <p:nvPr/>
        </p:nvSpPr>
        <p:spPr bwMode="auto">
          <a:xfrm>
            <a:off x="323850" y="4221163"/>
            <a:ext cx="43926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由前知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的边缘分布密度为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5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83" grpId="0" bldLvl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6595" name="Object 3"/>
          <p:cNvGraphicFramePr>
            <a:graphicFrameLocks noChangeAspect="1"/>
          </p:cNvGraphicFramePr>
          <p:nvPr/>
        </p:nvGraphicFramePr>
        <p:xfrm>
          <a:off x="1042988" y="3357563"/>
          <a:ext cx="694848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7" name="公式" r:id="rId1" imgW="3225800" imgH="533400" progId="Equation.3">
                  <p:embed/>
                </p:oleObj>
              </mc:Choice>
              <mc:Fallback>
                <p:oleObj name="公式" r:id="rId1" imgW="3225800" imgH="533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357563"/>
                        <a:ext cx="6948487" cy="129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7" name="Object 5"/>
          <p:cNvGraphicFramePr>
            <a:graphicFrameLocks noChangeAspect="1"/>
          </p:cNvGraphicFramePr>
          <p:nvPr/>
        </p:nvGraphicFramePr>
        <p:xfrm>
          <a:off x="1116013" y="1125538"/>
          <a:ext cx="7315200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8" name="公式" r:id="rId3" imgW="2679700" imgH="533400" progId="Equation.3">
                  <p:embed/>
                </p:oleObj>
              </mc:Choice>
              <mc:Fallback>
                <p:oleObj name="公式" r:id="rId3" imgW="2679700" imgH="533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25538"/>
                        <a:ext cx="7315200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2438400" y="4697413"/>
          <a:ext cx="2709863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09" name="公式" r:id="rId5" imgW="913765" imgH="215900" progId="Equation.3">
                  <p:embed/>
                </p:oleObj>
              </mc:Choice>
              <mc:Fallback>
                <p:oleObj name="公式" r:id="rId5" imgW="913765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97413"/>
                        <a:ext cx="2709863" cy="636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6600" name="Object 8"/>
          <p:cNvGraphicFramePr>
            <a:graphicFrameLocks noChangeAspect="1"/>
          </p:cNvGraphicFramePr>
          <p:nvPr/>
        </p:nvGraphicFramePr>
        <p:xfrm>
          <a:off x="762000" y="5441950"/>
          <a:ext cx="55118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0" name="公式" r:id="rId7" imgW="2362200" imgH="215900" progId="Equation.3">
                  <p:embed/>
                </p:oleObj>
              </mc:Choice>
              <mc:Fallback>
                <p:oleObj name="公式" r:id="rId7" imgW="2362200" imgH="215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41950"/>
                        <a:ext cx="55118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6606" name="Text Box 14"/>
          <p:cNvSpPr txBox="1">
            <a:spLocks noChangeArrowheads="1"/>
          </p:cNvSpPr>
          <p:nvPr/>
        </p:nvSpPr>
        <p:spPr bwMode="auto">
          <a:xfrm>
            <a:off x="827088" y="404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的边缘分布密度为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graphicFrame>
        <p:nvGraphicFramePr>
          <p:cNvPr id="366607" name="Object 15"/>
          <p:cNvGraphicFramePr>
            <a:graphicFrameLocks noChangeAspect="1"/>
          </p:cNvGraphicFramePr>
          <p:nvPr/>
        </p:nvGraphicFramePr>
        <p:xfrm>
          <a:off x="684213" y="2708275"/>
          <a:ext cx="381635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11" name="公式" r:id="rId9" imgW="1269365" imgH="215900" progId="Equation.3">
                  <p:embed/>
                </p:oleObj>
              </mc:Choice>
              <mc:Fallback>
                <p:oleObj name="公式" r:id="rId9" imgW="1269365" imgH="215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708275"/>
                        <a:ext cx="381635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6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6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6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6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6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6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606" grpId="0" bldLvl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621" name="Object 5"/>
          <p:cNvGraphicFramePr>
            <a:graphicFrameLocks noChangeAspect="1"/>
          </p:cNvGraphicFramePr>
          <p:nvPr/>
        </p:nvGraphicFramePr>
        <p:xfrm>
          <a:off x="2411413" y="1484313"/>
          <a:ext cx="34972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0" name="公式" r:id="rId1" imgW="1497965" imgH="215900" progId="Equation.3">
                  <p:embed/>
                </p:oleObj>
              </mc:Choice>
              <mc:Fallback>
                <p:oleObj name="公式" r:id="rId1" imgW="1497965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484313"/>
                        <a:ext cx="34972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2" name="Object 6"/>
          <p:cNvGraphicFramePr>
            <a:graphicFrameLocks noChangeAspect="1"/>
          </p:cNvGraphicFramePr>
          <p:nvPr/>
        </p:nvGraphicFramePr>
        <p:xfrm>
          <a:off x="685800" y="3124200"/>
          <a:ext cx="5588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1" name="公式" r:id="rId3" imgW="241300" imgH="203200" progId="Equation.3">
                  <p:embed/>
                </p:oleObj>
              </mc:Choice>
              <mc:Fallback>
                <p:oleObj name="公式" r:id="rId3" imgW="2413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24200"/>
                        <a:ext cx="5588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2916238" y="2205038"/>
          <a:ext cx="42973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2" name="公式" r:id="rId5" imgW="1841500" imgH="215900" progId="Equation.3">
                  <p:embed/>
                </p:oleObj>
              </mc:Choice>
              <mc:Fallback>
                <p:oleObj name="公式" r:id="rId5" imgW="18415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205038"/>
                        <a:ext cx="42973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4" name="Object 8"/>
          <p:cNvGraphicFramePr>
            <a:graphicFrameLocks noChangeAspect="1"/>
          </p:cNvGraphicFramePr>
          <p:nvPr/>
        </p:nvGraphicFramePr>
        <p:xfrm>
          <a:off x="1835150" y="2708275"/>
          <a:ext cx="5245100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3" name="Equation" r:id="rId7" imgW="2247900" imgH="469900" progId="Equation.3">
                  <p:embed/>
                </p:oleObj>
              </mc:Choice>
              <mc:Fallback>
                <p:oleObj name="Equation" r:id="rId7" imgW="2247900" imgH="469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708275"/>
                        <a:ext cx="5245100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31" name="Object 15"/>
          <p:cNvGraphicFramePr>
            <a:graphicFrameLocks noChangeAspect="1"/>
          </p:cNvGraphicFramePr>
          <p:nvPr/>
        </p:nvGraphicFramePr>
        <p:xfrm>
          <a:off x="3419475" y="4005263"/>
          <a:ext cx="54864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4" name="公式" r:id="rId9" imgW="2222500" imgH="203200" progId="Equation.3">
                  <p:embed/>
                </p:oleObj>
              </mc:Choice>
              <mc:Fallback>
                <p:oleObj name="公式" r:id="rId9" imgW="2222500" imgH="203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005263"/>
                        <a:ext cx="54864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7634" name="Text Box 18"/>
          <p:cNvSpPr txBox="1">
            <a:spLocks noChangeArrowheads="1"/>
          </p:cNvSpPr>
          <p:nvPr/>
        </p:nvSpPr>
        <p:spPr bwMode="auto">
          <a:xfrm>
            <a:off x="250825" y="692150"/>
            <a:ext cx="756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反之，如时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与</a:t>
            </a: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相互独立，则对任意的</a:t>
            </a:r>
            <a:r>
              <a:rPr lang="en-US" altLang="zh-CN" sz="2800" b="1">
                <a:solidFill>
                  <a:srgbClr val="003399"/>
                </a:solidFill>
              </a:rPr>
              <a:t>x</a:t>
            </a:r>
            <a:r>
              <a:rPr lang="zh-CN" altLang="en-US" sz="2800" b="1">
                <a:solidFill>
                  <a:srgbClr val="003399"/>
                </a:solidFill>
              </a:rPr>
              <a:t>和</a:t>
            </a:r>
            <a:r>
              <a:rPr lang="en-US" altLang="zh-CN" sz="2800" b="1">
                <a:solidFill>
                  <a:srgbClr val="003399"/>
                </a:solidFill>
              </a:rPr>
              <a:t>y</a:t>
            </a:r>
            <a:r>
              <a:rPr lang="zh-CN" altLang="en-US" sz="2800" b="1">
                <a:solidFill>
                  <a:srgbClr val="003399"/>
                </a:solidFill>
              </a:rPr>
              <a:t>有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sp>
        <p:nvSpPr>
          <p:cNvPr id="367635" name="Text Box 19"/>
          <p:cNvSpPr txBox="1">
            <a:spLocks noChangeArrowheads="1"/>
          </p:cNvSpPr>
          <p:nvPr/>
        </p:nvSpPr>
        <p:spPr bwMode="auto">
          <a:xfrm>
            <a:off x="539750" y="2133600"/>
            <a:ext cx="2159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3399"/>
                </a:solidFill>
              </a:rPr>
              <a:t>特别地，有</a:t>
            </a:r>
            <a:endParaRPr lang="zh-CN" altLang="en-US" sz="2800" b="1">
              <a:solidFill>
                <a:srgbClr val="003399"/>
              </a:solidFill>
            </a:endParaRPr>
          </a:p>
        </p:txBody>
      </p:sp>
      <p:graphicFrame>
        <p:nvGraphicFramePr>
          <p:cNvPr id="367636" name="Object 20"/>
          <p:cNvGraphicFramePr>
            <a:graphicFrameLocks noChangeAspect="1"/>
          </p:cNvGraphicFramePr>
          <p:nvPr/>
        </p:nvGraphicFramePr>
        <p:xfrm>
          <a:off x="468313" y="4005263"/>
          <a:ext cx="2663825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5" name="公式" r:id="rId11" imgW="926465" imgH="215900" progId="Equation.3">
                  <p:embed/>
                </p:oleObj>
              </mc:Choice>
              <mc:Fallback>
                <p:oleObj name="公式" r:id="rId11" imgW="926465" imgH="2159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05263"/>
                        <a:ext cx="2663825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37" name="Object 21"/>
          <p:cNvGraphicFramePr>
            <a:graphicFrameLocks noChangeAspect="1"/>
          </p:cNvGraphicFramePr>
          <p:nvPr/>
        </p:nvGraphicFramePr>
        <p:xfrm>
          <a:off x="396875" y="4868863"/>
          <a:ext cx="8510588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6" name="Equation" r:id="rId13" imgW="3733800" imgH="457200" progId="Equation.DSMT4">
                  <p:embed/>
                </p:oleObj>
              </mc:Choice>
              <mc:Fallback>
                <p:oleObj name="Equation" r:id="rId13" imgW="3733800" imgH="457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4868863"/>
                        <a:ext cx="8510588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67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7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67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7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7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7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6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34" grpId="0" bldLvl="0" animBg="1"/>
      <p:bldP spid="367635" grpId="0" bldLvl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95588" y="622300"/>
            <a:ext cx="3770312" cy="723900"/>
          </a:xfrm>
          <a:noFill/>
          <a:ln w="38100">
            <a:solidFill>
              <a:srgbClr val="FF0000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lang="zh-CN" altLang="en-US" sz="3300">
                <a:solidFill>
                  <a:schemeClr val="tx1"/>
                </a:solidFill>
                <a:ea typeface="楷体_GB2312" pitchFamily="49" charset="-122"/>
              </a:rPr>
              <a:t>注 意 点  </a:t>
            </a:r>
            <a:r>
              <a:rPr lang="en-US" altLang="zh-CN" sz="3300">
                <a:solidFill>
                  <a:schemeClr val="tx1"/>
                </a:solidFill>
                <a:ea typeface="楷体_GB2312" pitchFamily="49" charset="-122"/>
              </a:rPr>
              <a:t>(1)</a:t>
            </a:r>
            <a:endParaRPr lang="en-US" altLang="zh-CN" sz="330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601091" name="Text Box 3"/>
          <p:cNvSpPr txBox="1">
            <a:spLocks noChangeArrowheads="1"/>
          </p:cNvSpPr>
          <p:nvPr/>
        </p:nvSpPr>
        <p:spPr bwMode="auto">
          <a:xfrm>
            <a:off x="179388" y="1916113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(1)  </a:t>
            </a:r>
            <a:r>
              <a:rPr lang="en-US" altLang="zh-CN" sz="2800" b="1">
                <a:solidFill>
                  <a:srgbClr val="99FF33"/>
                </a:solidFill>
              </a:rPr>
              <a:t> 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服从矩形上的均匀分布，则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1092" name="Text Box 4"/>
          <p:cNvSpPr txBox="1">
            <a:spLocks noChangeArrowheads="1"/>
          </p:cNvSpPr>
          <p:nvPr/>
        </p:nvSpPr>
        <p:spPr bwMode="auto">
          <a:xfrm>
            <a:off x="152400" y="2636838"/>
            <a:ext cx="8991600" cy="98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(2)  </a:t>
            </a:r>
            <a:r>
              <a:rPr lang="en-US" altLang="zh-CN" sz="2800" b="1">
                <a:solidFill>
                  <a:srgbClr val="99FF33"/>
                </a:solidFill>
              </a:rPr>
              <a:t> 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服从单位圆上的均匀分布，则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ea typeface="楷体_GB2312" pitchFamily="49" charset="-122"/>
              </a:rPr>
              <a:t>不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     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sz="2800" u="sng">
                <a:latin typeface="楷体_GB2312" pitchFamily="49" charset="-122"/>
                <a:ea typeface="楷体_GB2312" pitchFamily="49" charset="-122"/>
              </a:rPr>
              <a:t>见前面例子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1093" name="Text Box 5"/>
          <p:cNvSpPr txBox="1">
            <a:spLocks noChangeArrowheads="1"/>
          </p:cNvSpPr>
          <p:nvPr/>
        </p:nvSpPr>
        <p:spPr bwMode="auto">
          <a:xfrm>
            <a:off x="152400" y="3886200"/>
            <a:ext cx="8534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(3)   </a:t>
            </a:r>
            <a:r>
              <a:rPr lang="zh-CN" altLang="en-US" sz="2800">
                <a:ea typeface="楷体_GB2312" pitchFamily="49" charset="-122"/>
              </a:rPr>
              <a:t>联合密度 </a:t>
            </a:r>
            <a:r>
              <a:rPr lang="en-US" altLang="zh-CN" sz="2800" i="1">
                <a:ea typeface="楷体_GB2312" pitchFamily="49" charset="-122"/>
              </a:rPr>
              <a:t>f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 </a:t>
            </a:r>
            <a:r>
              <a:rPr lang="zh-CN" altLang="en-US" sz="2800">
                <a:ea typeface="楷体_GB2312" pitchFamily="49" charset="-122"/>
              </a:rPr>
              <a:t>的表达式中，若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的取值与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zh-CN" altLang="en-US" sz="2800">
                <a:ea typeface="楷体_GB2312" pitchFamily="49" charset="-122"/>
              </a:rPr>
              <a:t>的 </a:t>
            </a:r>
            <a:endParaRPr lang="zh-CN" altLang="en-US" sz="2800"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zh-CN" altLang="en-US" sz="2800">
                <a:ea typeface="楷体_GB2312" pitchFamily="49" charset="-122"/>
              </a:rPr>
              <a:t>        取值有关系，则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ea typeface="楷体_GB2312" pitchFamily="49" charset="-122"/>
              </a:rPr>
              <a:t>不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1090" grpId="0" bldLvl="0" animBg="1" autoUpdateAnimBg="0"/>
      <p:bldP spid="601091" grpId="0" bldLvl="0" animBg="1" autoUpdateAnimBg="0"/>
      <p:bldP spid="601092" grpId="0" bldLvl="0" animBg="1" autoUpdateAnimBg="0"/>
      <p:bldP spid="601093" grpId="0" bldLvl="0" animBg="1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>
          <a:noFill/>
          <a:ln w="38100">
            <a:solidFill>
              <a:srgbClr val="FF0000"/>
            </a:solidFill>
            <a:miter lim="800000"/>
          </a:ln>
        </p:spPr>
        <p:txBody>
          <a:bodyPr/>
          <a:lstStyle/>
          <a:p>
            <a:pPr algn="ctr" eaLnBrk="1" hangingPunct="1"/>
            <a:r>
              <a:rPr lang="zh-CN" altLang="en-US" sz="3300">
                <a:solidFill>
                  <a:schemeClr val="tx1"/>
                </a:solidFill>
                <a:ea typeface="楷体_GB2312" pitchFamily="49" charset="-122"/>
              </a:rPr>
              <a:t>注 意 点  </a:t>
            </a:r>
            <a:r>
              <a:rPr lang="en-US" altLang="zh-CN" sz="3300">
                <a:solidFill>
                  <a:schemeClr val="tx1"/>
                </a:solidFill>
                <a:ea typeface="楷体_GB2312" pitchFamily="49" charset="-122"/>
              </a:rPr>
              <a:t>(2)</a:t>
            </a:r>
            <a:endParaRPr lang="en-US" altLang="zh-CN" sz="330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603139" name="Text Box 3"/>
          <p:cNvSpPr txBox="1">
            <a:spLocks noChangeArrowheads="1"/>
          </p:cNvSpPr>
          <p:nvPr/>
        </p:nvSpPr>
        <p:spPr bwMode="auto">
          <a:xfrm>
            <a:off x="395288" y="2060575"/>
            <a:ext cx="8153400" cy="150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(4)  </a:t>
            </a:r>
            <a:r>
              <a:rPr lang="zh-CN" altLang="en-US" sz="2800">
                <a:ea typeface="楷体_GB2312" pitchFamily="49" charset="-122"/>
              </a:rPr>
              <a:t>若联合密度 </a:t>
            </a:r>
            <a:r>
              <a:rPr lang="en-US" altLang="zh-CN" sz="2800" i="1">
                <a:ea typeface="楷体_GB2312" pitchFamily="49" charset="-122"/>
              </a:rPr>
              <a:t>f(x,</a:t>
            </a:r>
            <a:r>
              <a:rPr lang="en-US" altLang="zh-CN" sz="2800"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可分离变量，即</a:t>
            </a:r>
            <a:endParaRPr lang="zh-CN" altLang="en-US" sz="2800">
              <a:ea typeface="楷体_GB2312" pitchFamily="49" charset="-122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>
                <a:ea typeface="楷体_GB2312" pitchFamily="49" charset="-122"/>
              </a:rPr>
              <a:t> </a:t>
            </a:r>
            <a:r>
              <a:rPr lang="en-US" altLang="zh-CN" sz="2800" i="1">
                <a:ea typeface="楷体_GB2312" pitchFamily="49" charset="-122"/>
              </a:rPr>
              <a:t>f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= </a:t>
            </a:r>
            <a:r>
              <a:rPr lang="en-US" altLang="zh-CN" sz="2800" i="1">
                <a:ea typeface="楷体_GB2312" pitchFamily="49" charset="-122"/>
              </a:rPr>
              <a:t>g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)</a:t>
            </a:r>
            <a:r>
              <a:rPr lang="en-US" altLang="zh-CN" sz="2800" i="1">
                <a:ea typeface="楷体_GB2312" pitchFamily="49" charset="-122"/>
              </a:rPr>
              <a:t>h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</a:t>
            </a:r>
            <a:endParaRPr lang="en-US" altLang="zh-CN" sz="2800">
              <a:ea typeface="楷体_GB2312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2800">
                <a:ea typeface="楷体_GB2312" pitchFamily="49" charset="-122"/>
              </a:rPr>
              <a:t>       </a:t>
            </a:r>
            <a:r>
              <a:rPr lang="zh-CN" altLang="en-US" sz="2800">
                <a:ea typeface="楷体_GB2312" pitchFamily="49" charset="-122"/>
              </a:rPr>
              <a:t>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独立。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468313" y="3860800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>
                <a:solidFill>
                  <a:srgbClr val="99FF33"/>
                </a:solidFill>
              </a:rPr>
              <a:t> </a:t>
            </a:r>
            <a:r>
              <a:rPr lang="en-US" altLang="zh-CN" sz="2800">
                <a:ea typeface="楷体_GB2312" pitchFamily="49" charset="-122"/>
              </a:rPr>
              <a:t>(5)  </a:t>
            </a:r>
            <a:r>
              <a:rPr lang="zh-CN" altLang="en-US" sz="2800">
                <a:ea typeface="楷体_GB2312" pitchFamily="49" charset="-122"/>
              </a:rPr>
              <a:t>若 </a:t>
            </a:r>
            <a:r>
              <a:rPr lang="en-US" altLang="zh-CN" sz="2800">
                <a:ea typeface="楷体_GB2312" pitchFamily="49" charset="-122"/>
              </a:rPr>
              <a:t>(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en-US" altLang="zh-CN" sz="2800">
                <a:ea typeface="楷体_GB2312" pitchFamily="49" charset="-122"/>
              </a:rPr>
              <a:t>, </a:t>
            </a:r>
            <a:r>
              <a:rPr lang="en-US" altLang="zh-CN" sz="2800" i="1">
                <a:ea typeface="楷体_GB2312" pitchFamily="49" charset="-122"/>
              </a:rPr>
              <a:t>Y</a:t>
            </a:r>
            <a:r>
              <a:rPr lang="en-US" altLang="zh-CN" sz="2800">
                <a:ea typeface="楷体_GB2312" pitchFamily="49" charset="-122"/>
              </a:rPr>
              <a:t>) </a:t>
            </a:r>
            <a:r>
              <a:rPr lang="zh-CN" altLang="en-US" sz="2800">
                <a:ea typeface="楷体_GB2312" pitchFamily="49" charset="-122"/>
              </a:rPr>
              <a:t>服从二元正态 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437266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4859338" y="3860800"/>
          <a:ext cx="41052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0" name="Equation" r:id="rId1" imgW="1752600" imgH="163830" progId="Equation.DSMT4">
                  <p:embed/>
                </p:oleObj>
              </mc:Choice>
              <mc:Fallback>
                <p:oleObj name="Equation" r:id="rId1" imgW="1752600" imgH="163830" progId="Equation.DSMT4">
                  <p:embed/>
                  <p:pic>
                    <p:nvPicPr>
                      <p:cNvPr id="0" name="Object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860800"/>
                        <a:ext cx="41052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3144" name="Text Box 8"/>
          <p:cNvSpPr txBox="1">
            <a:spLocks noChangeArrowheads="1"/>
          </p:cNvSpPr>
          <p:nvPr/>
        </p:nvSpPr>
        <p:spPr bwMode="auto">
          <a:xfrm>
            <a:off x="1187450" y="4581525"/>
            <a:ext cx="777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ea typeface="楷体_GB2312" pitchFamily="49" charset="-122"/>
              </a:rPr>
              <a:t>则 </a:t>
            </a:r>
            <a:r>
              <a:rPr lang="en-US" altLang="zh-CN" sz="2800" i="1">
                <a:ea typeface="楷体_GB2312" pitchFamily="49" charset="-122"/>
              </a:rPr>
              <a:t>X</a:t>
            </a:r>
            <a:r>
              <a:rPr lang="zh-CN" altLang="en-US" sz="2800">
                <a:ea typeface="楷体_GB2312" pitchFamily="49" charset="-122"/>
              </a:rPr>
              <a:t>与</a:t>
            </a:r>
            <a:r>
              <a:rPr lang="en-US" altLang="zh-CN" sz="2800" i="1">
                <a:ea typeface="楷体_GB2312" pitchFamily="49" charset="-122"/>
              </a:rPr>
              <a:t>Y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独立的充要条件是 </a:t>
            </a:r>
            <a:r>
              <a:rPr lang="zh-CN" altLang="en-US" sz="2800" i="1">
                <a:ea typeface="楷体_GB2312" pitchFamily="49" charset="-122"/>
                <a:sym typeface="Symbol" panose="05050102010706020507" pitchFamily="18" charset="2"/>
              </a:rPr>
              <a:t> </a:t>
            </a:r>
            <a:r>
              <a:rPr lang="en-US" altLang="zh-CN" sz="2800">
                <a:ea typeface="楷体_GB2312" pitchFamily="49" charset="-122"/>
                <a:sym typeface="Symbol" panose="05050102010706020507" pitchFamily="18" charset="2"/>
              </a:rPr>
              <a:t>= 0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.</a:t>
            </a:r>
            <a:endParaRPr lang="en-US" altLang="zh-CN" sz="280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3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3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314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38" grpId="0" bldLvl="0" animBg="1" autoUpdateAnimBg="0"/>
      <p:bldP spid="603139" grpId="0" bldLvl="0" animBg="1" autoUpdateAnimBg="0"/>
      <p:bldP spid="603140" grpId="0" bldLvl="0" animBg="1" autoUpdateAnimBg="0"/>
      <p:bldP spid="603144" grpId="0" autoUpdateAnimBg="0" build="allAtOnce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47445" y="1171575"/>
            <a:ext cx="68491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本周作业：</a:t>
            </a:r>
            <a:endParaRPr lang="zh-CN" altLang="en-US"/>
          </a:p>
          <a:p>
            <a:r>
              <a:rPr lang="en-US" altLang="zh-CN">
                <a:sym typeface="+mn-ea"/>
              </a:rPr>
              <a:t>  2, 3, 4, 5, 7, 8, 13, 14</a:t>
            </a:r>
            <a:endParaRPr lang="en-US" altLang="zh-CN">
              <a:sym typeface="+mn-ea"/>
            </a:endParaRPr>
          </a:p>
          <a:p>
            <a:r>
              <a:rPr lang="zh-CN" altLang="en-US"/>
              <a:t>补充题：</a:t>
            </a:r>
            <a:r>
              <a:rPr lang="en-US" altLang="zh-CN"/>
              <a:t>1</a:t>
            </a:r>
            <a:r>
              <a:rPr lang="zh-CN" altLang="en-US"/>
              <a:t>， </a:t>
            </a:r>
            <a:r>
              <a:rPr lang="en-US" altLang="zh-CN"/>
              <a:t>3</a:t>
            </a:r>
            <a:r>
              <a:rPr lang="zh-CN" altLang="en-US"/>
              <a:t>， </a:t>
            </a:r>
            <a:r>
              <a:rPr lang="en-US" altLang="zh-CN"/>
              <a:t>4</a:t>
            </a:r>
            <a:r>
              <a:rPr lang="zh-CN" altLang="en-US"/>
              <a:t>， </a:t>
            </a:r>
            <a:r>
              <a:rPr lang="en-US" altLang="zh-CN"/>
              <a:t>6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古瓶荷花">
  <a:themeElements>
    <a:clrScheme name="古瓶荷花 1">
      <a:dk1>
        <a:srgbClr val="0033CC"/>
      </a:dk1>
      <a:lt1>
        <a:srgbClr val="FFFFFF"/>
      </a:lt1>
      <a:dk2>
        <a:srgbClr val="007572"/>
      </a:dk2>
      <a:lt2>
        <a:srgbClr val="C0C0C0"/>
      </a:lt2>
      <a:accent1>
        <a:srgbClr val="CCECFF"/>
      </a:accent1>
      <a:accent2>
        <a:srgbClr val="3399FF"/>
      </a:accent2>
      <a:accent3>
        <a:srgbClr val="FFFFFF"/>
      </a:accent3>
      <a:accent4>
        <a:srgbClr val="002AAE"/>
      </a:accent4>
      <a:accent5>
        <a:srgbClr val="E2F4FF"/>
      </a:accent5>
      <a:accent6>
        <a:srgbClr val="2D8AE7"/>
      </a:accent6>
      <a:hlink>
        <a:srgbClr val="CC0066"/>
      </a:hlink>
      <a:folHlink>
        <a:srgbClr val="7D7DA9"/>
      </a:folHlink>
    </a:clrScheme>
    <a:fontScheme name="古瓶荷花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古瓶荷花 1">
        <a:dk1>
          <a:srgbClr val="0033CC"/>
        </a:dk1>
        <a:lt1>
          <a:srgbClr val="FFFFFF"/>
        </a:lt1>
        <a:dk2>
          <a:srgbClr val="007572"/>
        </a:dk2>
        <a:lt2>
          <a:srgbClr val="C0C0C0"/>
        </a:lt2>
        <a:accent1>
          <a:srgbClr val="CCECFF"/>
        </a:accent1>
        <a:accent2>
          <a:srgbClr val="3399FF"/>
        </a:accent2>
        <a:accent3>
          <a:srgbClr val="FFFFFF"/>
        </a:accent3>
        <a:accent4>
          <a:srgbClr val="002AAE"/>
        </a:accent4>
        <a:accent5>
          <a:srgbClr val="E2F4FF"/>
        </a:accent5>
        <a:accent6>
          <a:srgbClr val="2D8AE7"/>
        </a:accent6>
        <a:hlink>
          <a:srgbClr val="CC0066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2">
        <a:dk1>
          <a:srgbClr val="007A77"/>
        </a:dk1>
        <a:lt1>
          <a:srgbClr val="EFF6EE"/>
        </a:lt1>
        <a:dk2>
          <a:srgbClr val="0066CC"/>
        </a:dk2>
        <a:lt2>
          <a:srgbClr val="C0C0C0"/>
        </a:lt2>
        <a:accent1>
          <a:srgbClr val="E7EEE6"/>
        </a:accent1>
        <a:accent2>
          <a:srgbClr val="FF9933"/>
        </a:accent2>
        <a:accent3>
          <a:srgbClr val="F6FAF5"/>
        </a:accent3>
        <a:accent4>
          <a:srgbClr val="006765"/>
        </a:accent4>
        <a:accent5>
          <a:srgbClr val="F1F5F0"/>
        </a:accent5>
        <a:accent6>
          <a:srgbClr val="E78A2D"/>
        </a:accent6>
        <a:hlink>
          <a:srgbClr val="636395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3">
        <a:dk1>
          <a:srgbClr val="000000"/>
        </a:dk1>
        <a:lt1>
          <a:srgbClr val="CCFFCC"/>
        </a:lt1>
        <a:dk2>
          <a:srgbClr val="E88A00"/>
        </a:dk2>
        <a:lt2>
          <a:srgbClr val="C0C0C0"/>
        </a:lt2>
        <a:accent1>
          <a:srgbClr val="CCECFF"/>
        </a:accent1>
        <a:accent2>
          <a:srgbClr val="336600"/>
        </a:accent2>
        <a:accent3>
          <a:srgbClr val="E2FFE2"/>
        </a:accent3>
        <a:accent4>
          <a:srgbClr val="000000"/>
        </a:accent4>
        <a:accent5>
          <a:srgbClr val="E2F4FF"/>
        </a:accent5>
        <a:accent6>
          <a:srgbClr val="2D5C00"/>
        </a:accent6>
        <a:hlink>
          <a:srgbClr val="3333CC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4">
        <a:dk1>
          <a:srgbClr val="000000"/>
        </a:dk1>
        <a:lt1>
          <a:srgbClr val="FFFFCC"/>
        </a:lt1>
        <a:dk2>
          <a:srgbClr val="CC3300"/>
        </a:dk2>
        <a:lt2>
          <a:srgbClr val="C0C0C0"/>
        </a:lt2>
        <a:accent1>
          <a:srgbClr val="FFFFCC"/>
        </a:accent1>
        <a:accent2>
          <a:srgbClr val="339933"/>
        </a:accent2>
        <a:accent3>
          <a:srgbClr val="FFFFE2"/>
        </a:accent3>
        <a:accent4>
          <a:srgbClr val="000000"/>
        </a:accent4>
        <a:accent5>
          <a:srgbClr val="FFFFE2"/>
        </a:accent5>
        <a:accent6>
          <a:srgbClr val="2D8A2D"/>
        </a:accent6>
        <a:hlink>
          <a:srgbClr val="0066FF"/>
        </a:hlink>
        <a:folHlink>
          <a:srgbClr val="6F6F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5">
        <a:dk1>
          <a:srgbClr val="636395"/>
        </a:dk1>
        <a:lt1>
          <a:srgbClr val="FFE2C5"/>
        </a:lt1>
        <a:dk2>
          <a:srgbClr val="000000"/>
        </a:dk2>
        <a:lt2>
          <a:srgbClr val="C0C0C0"/>
        </a:lt2>
        <a:accent1>
          <a:srgbClr val="FFE1E1"/>
        </a:accent1>
        <a:accent2>
          <a:srgbClr val="FF9933"/>
        </a:accent2>
        <a:accent3>
          <a:srgbClr val="FFEEDF"/>
        </a:accent3>
        <a:accent4>
          <a:srgbClr val="53537E"/>
        </a:accent4>
        <a:accent5>
          <a:srgbClr val="FFEEEE"/>
        </a:accent5>
        <a:accent6>
          <a:srgbClr val="E78A2D"/>
        </a:accent6>
        <a:hlink>
          <a:srgbClr val="008080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6">
        <a:dk1>
          <a:srgbClr val="626292"/>
        </a:dk1>
        <a:lt1>
          <a:srgbClr val="CCECFF"/>
        </a:lt1>
        <a:dk2>
          <a:srgbClr val="3333CC"/>
        </a:dk2>
        <a:lt2>
          <a:srgbClr val="C0C0C0"/>
        </a:lt2>
        <a:accent1>
          <a:srgbClr val="D9F1FF"/>
        </a:accent1>
        <a:accent2>
          <a:srgbClr val="FF9900"/>
        </a:accent2>
        <a:accent3>
          <a:srgbClr val="E2F4FF"/>
        </a:accent3>
        <a:accent4>
          <a:srgbClr val="53537C"/>
        </a:accent4>
        <a:accent5>
          <a:srgbClr val="E9F7FF"/>
        </a:accent5>
        <a:accent6>
          <a:srgbClr val="E78A00"/>
        </a:accent6>
        <a:hlink>
          <a:srgbClr val="CC0066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7">
        <a:dk1>
          <a:srgbClr val="0066CC"/>
        </a:dk1>
        <a:lt1>
          <a:srgbClr val="FFE1E1"/>
        </a:lt1>
        <a:dk2>
          <a:srgbClr val="006600"/>
        </a:dk2>
        <a:lt2>
          <a:srgbClr val="C0C0C0"/>
        </a:lt2>
        <a:accent1>
          <a:srgbClr val="FFFFCC"/>
        </a:accent1>
        <a:accent2>
          <a:srgbClr val="009999"/>
        </a:accent2>
        <a:accent3>
          <a:srgbClr val="FFEEEE"/>
        </a:accent3>
        <a:accent4>
          <a:srgbClr val="0056AE"/>
        </a:accent4>
        <a:accent5>
          <a:srgbClr val="FFFFE2"/>
        </a:accent5>
        <a:accent6>
          <a:srgbClr val="008A8A"/>
        </a:accent6>
        <a:hlink>
          <a:srgbClr val="EC0000"/>
        </a:hlink>
        <a:folHlink>
          <a:srgbClr val="00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古瓶荷花 8">
        <a:dk1>
          <a:srgbClr val="292929"/>
        </a:dk1>
        <a:lt1>
          <a:srgbClr val="DDDDDD"/>
        </a:lt1>
        <a:dk2>
          <a:srgbClr val="0066CC"/>
        </a:dk2>
        <a:lt2>
          <a:srgbClr val="B2B2B2"/>
        </a:lt2>
        <a:accent1>
          <a:srgbClr val="CACADC"/>
        </a:accent1>
        <a:accent2>
          <a:srgbClr val="FFCC00"/>
        </a:accent2>
        <a:accent3>
          <a:srgbClr val="EBEBEB"/>
        </a:accent3>
        <a:accent4>
          <a:srgbClr val="212121"/>
        </a:accent4>
        <a:accent5>
          <a:srgbClr val="E1E1EB"/>
        </a:accent5>
        <a:accent6>
          <a:srgbClr val="E7B900"/>
        </a:accent6>
        <a:hlink>
          <a:srgbClr val="008080"/>
        </a:hlink>
        <a:folHlink>
          <a:srgbClr val="7D7D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am">
  <a:themeElements>
    <a:clrScheme name="Beam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CDESIGNK</Template>
  <TotalTime>0</TotalTime>
  <Words>4988</Words>
  <Application>WPS 演示</Application>
  <PresentationFormat>全屏显示(4:3)</PresentationFormat>
  <Paragraphs>888</Paragraphs>
  <Slides>87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488</vt:i4>
      </vt:variant>
      <vt:variant>
        <vt:lpstr>幻灯片标题</vt:lpstr>
      </vt:variant>
      <vt:variant>
        <vt:i4>87</vt:i4>
      </vt:variant>
    </vt:vector>
  </HeadingPairs>
  <TitlesOfParts>
    <vt:vector size="594" baseType="lpstr">
      <vt:lpstr>Arial</vt:lpstr>
      <vt:lpstr>宋体</vt:lpstr>
      <vt:lpstr>Wingdings</vt:lpstr>
      <vt:lpstr>华文新魏</vt:lpstr>
      <vt:lpstr>楷体_GB2312</vt:lpstr>
      <vt:lpstr>华文彩云</vt:lpstr>
      <vt:lpstr>Times New Roman</vt:lpstr>
      <vt:lpstr>黑体</vt:lpstr>
      <vt:lpstr>Symbol</vt:lpstr>
      <vt:lpstr>新宋体</vt:lpstr>
      <vt:lpstr>微软雅黑</vt:lpstr>
      <vt:lpstr>Arial Unicode MS</vt:lpstr>
      <vt:lpstr>华文行楷</vt:lpstr>
      <vt:lpstr>宋体-18030</vt:lpstr>
      <vt:lpstr>Tahoma</vt:lpstr>
      <vt:lpstr>MT Extra</vt:lpstr>
      <vt:lpstr>隶书</vt:lpstr>
      <vt:lpstr>古瓶荷花</vt:lpstr>
      <vt:lpstr>Beam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 概率论与数理统计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分布函数的几何意义 </vt:lpstr>
      <vt:lpstr>分布函数的性质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结 论 （一）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注 意 点  (1)</vt:lpstr>
      <vt:lpstr>注 意 点  (2)</vt:lpstr>
      <vt:lpstr>PowerPoint 演示文稿</vt:lpstr>
    </vt:vector>
  </TitlesOfParts>
  <Company>whu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xgldaj</dc:creator>
  <cp:lastModifiedBy>Guest</cp:lastModifiedBy>
  <cp:revision>259</cp:revision>
  <dcterms:created xsi:type="dcterms:W3CDTF">2010-03-02T01:46:00Z</dcterms:created>
  <dcterms:modified xsi:type="dcterms:W3CDTF">2020-03-16T14:27:48Z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